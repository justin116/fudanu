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ink/ink1.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 id="2147483673" r:id="rId2"/>
  </p:sldMasterIdLst>
  <p:sldIdLst>
    <p:sldId id="313" r:id="rId3"/>
    <p:sldId id="257" r:id="rId4"/>
    <p:sldId id="259" r:id="rId5"/>
    <p:sldId id="260" r:id="rId6"/>
    <p:sldId id="261" r:id="rId7"/>
    <p:sldId id="263" r:id="rId8"/>
    <p:sldId id="262" r:id="rId9"/>
    <p:sldId id="724" r:id="rId10"/>
    <p:sldId id="264" r:id="rId11"/>
    <p:sldId id="265" r:id="rId12"/>
    <p:sldId id="266" r:id="rId13"/>
    <p:sldId id="268" r:id="rId14"/>
    <p:sldId id="314" r:id="rId15"/>
    <p:sldId id="315" r:id="rId16"/>
    <p:sldId id="316" r:id="rId17"/>
    <p:sldId id="269" r:id="rId18"/>
    <p:sldId id="270" r:id="rId19"/>
    <p:sldId id="725" r:id="rId20"/>
    <p:sldId id="271" r:id="rId21"/>
    <p:sldId id="272" r:id="rId22"/>
    <p:sldId id="307" r:id="rId23"/>
    <p:sldId id="273" r:id="rId24"/>
    <p:sldId id="729" r:id="rId25"/>
    <p:sldId id="274" r:id="rId26"/>
    <p:sldId id="275" r:id="rId27"/>
    <p:sldId id="276" r:id="rId28"/>
    <p:sldId id="312" r:id="rId29"/>
    <p:sldId id="277" r:id="rId30"/>
    <p:sldId id="279" r:id="rId31"/>
    <p:sldId id="281" r:id="rId32"/>
    <p:sldId id="282" r:id="rId33"/>
    <p:sldId id="283" r:id="rId34"/>
    <p:sldId id="285" r:id="rId35"/>
    <p:sldId id="286" r:id="rId36"/>
    <p:sldId id="287" r:id="rId37"/>
    <p:sldId id="288" r:id="rId38"/>
    <p:sldId id="289" r:id="rId39"/>
    <p:sldId id="291" r:id="rId40"/>
    <p:sldId id="293" r:id="rId41"/>
    <p:sldId id="730" r:id="rId42"/>
    <p:sldId id="726" r:id="rId43"/>
    <p:sldId id="297" r:id="rId44"/>
    <p:sldId id="298" r:id="rId45"/>
    <p:sldId id="299" r:id="rId46"/>
    <p:sldId id="300" r:id="rId47"/>
    <p:sldId id="301" r:id="rId48"/>
    <p:sldId id="302" r:id="rId49"/>
    <p:sldId id="304" r:id="rId50"/>
    <p:sldId id="305" r:id="rId51"/>
    <p:sldId id="306" r:id="rId52"/>
    <p:sldId id="727" r:id="rId53"/>
    <p:sldId id="728" r:id="rId5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71" d="100"/>
          <a:sy n="71" d="100"/>
        </p:scale>
        <p:origin x="302" y="38"/>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9" Type="http://schemas.openxmlformats.org/officeDocument/2006/relationships/slide" Target="slides/slide37.xml"/><Relationship Id="rId21" Type="http://schemas.openxmlformats.org/officeDocument/2006/relationships/slide" Target="slides/slide19.xml"/><Relationship Id="rId34" Type="http://schemas.openxmlformats.org/officeDocument/2006/relationships/slide" Target="slides/slide32.xml"/><Relationship Id="rId42" Type="http://schemas.openxmlformats.org/officeDocument/2006/relationships/slide" Target="slides/slide40.xml"/><Relationship Id="rId47" Type="http://schemas.openxmlformats.org/officeDocument/2006/relationships/slide" Target="slides/slide45.xml"/><Relationship Id="rId50" Type="http://schemas.openxmlformats.org/officeDocument/2006/relationships/slide" Target="slides/slide48.xml"/><Relationship Id="rId55" Type="http://schemas.openxmlformats.org/officeDocument/2006/relationships/presProps" Target="presProps.xml"/><Relationship Id="rId7" Type="http://schemas.openxmlformats.org/officeDocument/2006/relationships/slide" Target="slides/slide5.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tableStyles" Target="tableStyles.xml"/><Relationship Id="rId5" Type="http://schemas.openxmlformats.org/officeDocument/2006/relationships/slide" Target="slides/slide3.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viewProps" Target="viewProps.xml"/><Relationship Id="rId8" Type="http://schemas.openxmlformats.org/officeDocument/2006/relationships/slide" Target="slides/slide6.xml"/><Relationship Id="rId51" Type="http://schemas.openxmlformats.org/officeDocument/2006/relationships/slide" Target="slides/slide49.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theme" Target="theme/theme1.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s>
</file>

<file path=ppt/ink/ink1.xml><?xml version="1.0" encoding="utf-8"?>
<inkml:ink xmlns:inkml="http://www.w3.org/2003/InkML">
  <inkml:definitions>
    <inkml:context xml:id="ctx0">
      <inkml:inkSource xml:id="inkSrc0">
        <inkml:traceFormat>
          <inkml:channel name="X" type="integer" max="26312" units="in"/>
          <inkml:channel name="Y" type="integer" max="16520" units="in"/>
          <inkml:channel name="F" type="integer" max="255" units="dev"/>
        </inkml:traceFormat>
        <inkml:channelProperties>
          <inkml:channelProperty channel="X" name="resolution" value="2540.01343" units="1/in"/>
          <inkml:channelProperty channel="Y" name="resolution" value="2540.36597" units="1/in"/>
          <inkml:channelProperty channel="F" name="resolution" value="0" units="1/dev"/>
        </inkml:channelProperties>
      </inkml:inkSource>
      <inkml:timestamp xml:id="ts0" timeString="2011-09-19T04:57:43.468"/>
    </inkml:context>
    <inkml:brush xml:id="br0">
      <inkml:brushProperty name="width" value="0.05292" units="cm"/>
      <inkml:brushProperty name="height" value="0.05292" units="cm"/>
      <inkml:brushProperty name="color" value="#FF0000"/>
    </inkml:brush>
  </inkml:definitions>
  <inkml:trace contextRef="#ctx0" brushRef="#br0">18578 6662 21,'0'0'22,"-11"-5"-1,11 5 0,0 0-3,0 0-3,0 0-2,0 0-3,-12-10-2,12 10-4,0 0-1,0 0-1,0 0 0,0 0 0,14 6 0,-14-6 0,18 1 0,-2 0 2,-1-5-2,5 2-1,5-1 1,1 0-2,1 0 1,5-1-1,0 1-1,-1-1 1,0 1 0,2 1 0,-4-1-1,1 2 1,1 1-2,-1 0 3,-1 1-1,1 2 0,-2-1 0,1-1 0,0 3 2,-1-2-2,0 0 2,-2 1-2,3-2 1,1 0-1,0 0 0,2-1 1,0 0-1,2 0 0,-2 1-1,-1 0 2,1 0-1,-2 3 0,0 1 0,-1-1 0,-1 2 0,0 0 0,-1-2 1,2 0-1,3 0 0,0 0-1,0-2 1,4 0 0,0 0 0,3 0 1,1-1-1,4 0 0,-2-1 1,4 0 0,0 0-1,3 0 1,0 0-1,-1 4 1,2-3-1,-1 2 1,3 1-1,1 0 0,1-1 1,1 0-1,3-1 0,1 1 0,3-2 0,1 0 0,-2-1 0,0 1 0,-2-1 1,0 0-1,0-2 0,-1 0 1,-3-2-1,-1 2 0,-1-1 0,1 1 0,0 1 0,0 0 0,2 2 0,0 0 0,-1 1 0,2 1 0,-4 0 0,-1 1 0,-1 0 0,-1 2 1,-3 0-1,-3 1 0,0-1 0,0-1 0,3 1 0,1-2 0,-1-1 0,2 0 1,2-1-1,-1 0 0,-2-1 0,1 0 0,-5 2 0,0-1 1,-2 0-1,-2-1 0,-3 2 1,0-2-1,-2-1 1,0-1-1,-3-1 1,-1 0-1,-3 1 0,-1 0 0,-2-1 1,-1 0-1,-5 0 0,1 2 0,-4-1 0,-1 0 0,-1 1 0,1-1 1,0 1-1,0-2 0,2 1 0,-4 0 0,0 1 0,0-1-1,-3 0 0,-10 1-2,17 1-14,-17-1-21,4-15 1,-6 1 0,-5-2-1</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2" Type="http://schemas.openxmlformats.org/officeDocument/2006/relationships/slideMaster" Target="../slideMasters/slideMaster2.xml"/><Relationship Id="rId1" Type="http://schemas.openxmlformats.org/officeDocument/2006/relationships/themeOverride" Target="../theme/themeOverride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ltLang="zh-CN"/>
              <a:t>Click to edit Master title style</a:t>
            </a:r>
            <a:endParaRPr kumimoji="0"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altLang="zh-CN"/>
              <a:t>Click to edit Master subtitle style</a:t>
            </a:r>
            <a:endParaRPr kumimoji="0" lang="en-US"/>
          </a:p>
        </p:txBody>
      </p:sp>
      <p:sp>
        <p:nvSpPr>
          <p:cNvPr id="30" name="Date Placeholder 29"/>
          <p:cNvSpPr>
            <a:spLocks noGrp="1"/>
          </p:cNvSpPr>
          <p:nvPr>
            <p:ph type="dt" sz="half" idx="10"/>
          </p:nvPr>
        </p:nvSpPr>
        <p:spPr/>
        <p:txBody>
          <a:bodyPr/>
          <a:lstStyle/>
          <a:p>
            <a:fld id="{47C9B81F-C347-4BEF-BFDF-29C42F48304A}" type="datetimeFigureOut">
              <a:rPr lang="en-US" smtClean="0"/>
              <a:pPr/>
              <a:t>9/17/2026</a:t>
            </a:fld>
            <a:endParaRPr lang="en-US"/>
          </a:p>
        </p:txBody>
      </p:sp>
      <p:sp>
        <p:nvSpPr>
          <p:cNvPr id="19" name="Footer Placeholder 18"/>
          <p:cNvSpPr>
            <a:spLocks noGrp="1"/>
          </p:cNvSpPr>
          <p:nvPr>
            <p:ph type="ftr" sz="quarter" idx="11"/>
          </p:nvPr>
        </p:nvSpPr>
        <p:spPr/>
        <p:txBody>
          <a:bodyPr/>
          <a:lstStyle/>
          <a:p>
            <a:endParaRPr kumimoji="0" lang="en-US"/>
          </a:p>
        </p:txBody>
      </p:sp>
      <p:sp>
        <p:nvSpPr>
          <p:cNvPr id="27" name="Slide Number Placeholder 26"/>
          <p:cNvSpPr>
            <a:spLocks noGrp="1"/>
          </p:cNvSpPr>
          <p:nvPr>
            <p:ph type="sldNum" sz="quarter" idx="12"/>
          </p:nvPr>
        </p:nvSpPr>
        <p:spPr/>
        <p:txBody>
          <a:bodyPr/>
          <a:lstStyle/>
          <a:p>
            <a:fld id="{042AED99-7FB4-404E-8A97-64753DCE42EC}" type="slidenum">
              <a:rPr kumimoji="0" lang="en-US" smtClean="0"/>
              <a:pPr/>
              <a:t>‹#›</a:t>
            </a:fld>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ltLang="zh-CN"/>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altLang="zh-CN"/>
              <a:t>Click to edit Master text styles</a:t>
            </a:r>
          </a:p>
          <a:p>
            <a:pPr lvl="1" eaLnBrk="1" latinLnBrk="0" hangingPunct="1"/>
            <a:r>
              <a:rPr lang="en-US" altLang="zh-CN"/>
              <a:t>Second level</a:t>
            </a:r>
          </a:p>
          <a:p>
            <a:pPr lvl="2" eaLnBrk="1" latinLnBrk="0" hangingPunct="1"/>
            <a:r>
              <a:rPr lang="en-US" altLang="zh-CN"/>
              <a:t>Third level</a:t>
            </a:r>
          </a:p>
          <a:p>
            <a:pPr lvl="3" eaLnBrk="1" latinLnBrk="0" hangingPunct="1"/>
            <a:r>
              <a:rPr lang="en-US" altLang="zh-CN"/>
              <a:t>Fourth level</a:t>
            </a:r>
          </a:p>
          <a:p>
            <a:pPr lvl="4" eaLnBrk="1" latinLnBrk="0" hangingPunct="1"/>
            <a:r>
              <a:rPr lang="en-US" altLang="zh-CN"/>
              <a:t>Fifth level</a:t>
            </a:r>
            <a:endParaRPr kumimoji="0" lang="en-US"/>
          </a:p>
        </p:txBody>
      </p:sp>
      <p:sp>
        <p:nvSpPr>
          <p:cNvPr id="4" name="Date Placeholder 3"/>
          <p:cNvSpPr>
            <a:spLocks noGrp="1"/>
          </p:cNvSpPr>
          <p:nvPr>
            <p:ph type="dt" sz="half" idx="10"/>
          </p:nvPr>
        </p:nvSpPr>
        <p:spPr/>
        <p:txBody>
          <a:bodyPr/>
          <a:lstStyle/>
          <a:p>
            <a:fld id="{47C9B81F-C347-4BEF-BFDF-29C42F48304A}" type="datetimeFigureOut">
              <a:rPr lang="en-US" smtClean="0"/>
              <a:pPr/>
              <a:t>9/17/2026</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042AED99-7FB4-404E-8A97-64753DCE42EC}" type="slidenum">
              <a:rPr kumimoji="0" lang="en-US" smtClean="0"/>
              <a:pPr/>
              <a:t>‹#›</a:t>
            </a:fld>
            <a:endParaRPr kumimoji="0"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tIns="0" bIns="0" anchor="b">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kumimoji="0" lang="en-US" altLang="zh-CN"/>
              <a:t>Click to edit Master title style</a:t>
            </a:r>
            <a:endParaRPr kumimoji="0" lang="en-US"/>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altLang="zh-CN"/>
              <a:t>Click to edit Master text styles</a:t>
            </a:r>
          </a:p>
        </p:txBody>
      </p:sp>
      <p:sp>
        <p:nvSpPr>
          <p:cNvPr id="4" name="Date Placeholder 3"/>
          <p:cNvSpPr>
            <a:spLocks noGrp="1"/>
          </p:cNvSpPr>
          <p:nvPr>
            <p:ph type="dt" sz="half" idx="10"/>
          </p:nvPr>
        </p:nvSpPr>
        <p:spPr/>
        <p:txBody>
          <a:bodyPr/>
          <a:lstStyle/>
          <a:p>
            <a:fld id="{47C9B81F-C347-4BEF-BFDF-29C42F48304A}" type="datetimeFigureOut">
              <a:rPr lang="en-US" smtClean="0"/>
              <a:pPr/>
              <a:t>9/17/2026</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042AED99-7FB4-404E-8A97-64753DCE42EC}" type="slidenum">
              <a:rPr kumimoji="0" lang="en-US" smtClean="0"/>
              <a:pPr/>
              <a:t>‹#›</a:t>
            </a:fld>
            <a:endParaRPr kumimoji="0"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altLang="zh-CN"/>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ltLang="zh-CN"/>
              <a:t>Click to edit Master text styles</a:t>
            </a:r>
          </a:p>
          <a:p>
            <a:pPr lvl="1" eaLnBrk="1" latinLnBrk="0" hangingPunct="1"/>
            <a:r>
              <a:rPr lang="en-US" altLang="zh-CN"/>
              <a:t>Second level</a:t>
            </a:r>
          </a:p>
          <a:p>
            <a:pPr lvl="2" eaLnBrk="1" latinLnBrk="0" hangingPunct="1"/>
            <a:r>
              <a:rPr lang="en-US" altLang="zh-CN"/>
              <a:t>Third level</a:t>
            </a:r>
          </a:p>
          <a:p>
            <a:pPr lvl="3" eaLnBrk="1" latinLnBrk="0" hangingPunct="1"/>
            <a:r>
              <a:rPr lang="en-US" altLang="zh-CN"/>
              <a:t>Fourth level</a:t>
            </a:r>
          </a:p>
          <a:p>
            <a:pPr lvl="4" eaLnBrk="1" latinLnBrk="0" hangingPunct="1"/>
            <a:r>
              <a:rPr lang="en-US" altLang="zh-CN"/>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altLang="zh-CN"/>
              <a:t>Click to edit Master text styles</a:t>
            </a:r>
          </a:p>
          <a:p>
            <a:pPr lvl="1" eaLnBrk="1" latinLnBrk="0" hangingPunct="1"/>
            <a:r>
              <a:rPr lang="en-US" altLang="zh-CN"/>
              <a:t>Second level</a:t>
            </a:r>
          </a:p>
          <a:p>
            <a:pPr lvl="2" eaLnBrk="1" latinLnBrk="0" hangingPunct="1"/>
            <a:r>
              <a:rPr lang="en-US" altLang="zh-CN"/>
              <a:t>Third level</a:t>
            </a:r>
          </a:p>
          <a:p>
            <a:pPr lvl="3" eaLnBrk="1" latinLnBrk="0" hangingPunct="1"/>
            <a:r>
              <a:rPr lang="en-US" altLang="zh-CN"/>
              <a:t>Fourth level</a:t>
            </a:r>
          </a:p>
          <a:p>
            <a:pPr lvl="4" eaLnBrk="1" latinLnBrk="0" hangingPunct="1"/>
            <a:r>
              <a:rPr lang="en-US" altLang="zh-CN"/>
              <a:t>Fifth level</a:t>
            </a:r>
            <a:endParaRPr kumimoji="0" lang="en-US"/>
          </a:p>
        </p:txBody>
      </p:sp>
      <p:sp>
        <p:nvSpPr>
          <p:cNvPr id="5" name="Date Placeholder 4"/>
          <p:cNvSpPr>
            <a:spLocks noGrp="1"/>
          </p:cNvSpPr>
          <p:nvPr>
            <p:ph type="dt" sz="half" idx="10"/>
          </p:nvPr>
        </p:nvSpPr>
        <p:spPr/>
        <p:txBody>
          <a:bodyPr/>
          <a:lstStyle/>
          <a:p>
            <a:fld id="{47C9B81F-C347-4BEF-BFDF-29C42F48304A}" type="datetimeFigureOut">
              <a:rPr lang="en-US" smtClean="0"/>
              <a:pPr/>
              <a:t>9/17/2026</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042AED99-7FB4-404E-8A97-64753DCE42EC}" type="slidenum">
              <a:rPr kumimoji="0" lang="en-US" smtClean="0"/>
              <a:pPr/>
              <a:t>‹#›</a:t>
            </a:fld>
            <a:endParaRPr kumimoji="0"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altLang="zh-CN"/>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ltLang="zh-CN"/>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altLang="zh-CN"/>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ltLang="zh-CN"/>
              <a:t>Click to edit Master text styles</a:t>
            </a:r>
          </a:p>
          <a:p>
            <a:pPr lvl="1" eaLnBrk="1" latinLnBrk="0" hangingPunct="1"/>
            <a:r>
              <a:rPr lang="en-US" altLang="zh-CN"/>
              <a:t>Second level</a:t>
            </a:r>
          </a:p>
          <a:p>
            <a:pPr lvl="2" eaLnBrk="1" latinLnBrk="0" hangingPunct="1"/>
            <a:r>
              <a:rPr lang="en-US" altLang="zh-CN"/>
              <a:t>Third level</a:t>
            </a:r>
          </a:p>
          <a:p>
            <a:pPr lvl="3" eaLnBrk="1" latinLnBrk="0" hangingPunct="1"/>
            <a:r>
              <a:rPr lang="en-US" altLang="zh-CN"/>
              <a:t>Fourth level</a:t>
            </a:r>
          </a:p>
          <a:p>
            <a:pPr lvl="4" eaLnBrk="1" latinLnBrk="0" hangingPunct="1"/>
            <a:r>
              <a:rPr lang="en-US" altLang="zh-CN"/>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altLang="zh-CN"/>
              <a:t>Click to edit Master text styles</a:t>
            </a:r>
          </a:p>
          <a:p>
            <a:pPr lvl="1" eaLnBrk="1" latinLnBrk="0" hangingPunct="1"/>
            <a:r>
              <a:rPr lang="en-US" altLang="zh-CN"/>
              <a:t>Second level</a:t>
            </a:r>
          </a:p>
          <a:p>
            <a:pPr lvl="2" eaLnBrk="1" latinLnBrk="0" hangingPunct="1"/>
            <a:r>
              <a:rPr lang="en-US" altLang="zh-CN"/>
              <a:t>Third level</a:t>
            </a:r>
          </a:p>
          <a:p>
            <a:pPr lvl="3" eaLnBrk="1" latinLnBrk="0" hangingPunct="1"/>
            <a:r>
              <a:rPr lang="en-US" altLang="zh-CN"/>
              <a:t>Fourth level</a:t>
            </a:r>
          </a:p>
          <a:p>
            <a:pPr lvl="4" eaLnBrk="1" latinLnBrk="0" hangingPunct="1"/>
            <a:r>
              <a:rPr lang="en-US" altLang="zh-CN"/>
              <a:t>Fifth level</a:t>
            </a:r>
            <a:endParaRPr kumimoji="0" lang="en-US"/>
          </a:p>
        </p:txBody>
      </p:sp>
      <p:sp>
        <p:nvSpPr>
          <p:cNvPr id="7" name="Date Placeholder 6"/>
          <p:cNvSpPr>
            <a:spLocks noGrp="1"/>
          </p:cNvSpPr>
          <p:nvPr>
            <p:ph type="dt" sz="half" idx="10"/>
          </p:nvPr>
        </p:nvSpPr>
        <p:spPr/>
        <p:txBody>
          <a:bodyPr/>
          <a:lstStyle/>
          <a:p>
            <a:fld id="{47C9B81F-C347-4BEF-BFDF-29C42F48304A}" type="datetimeFigureOut">
              <a:rPr lang="en-US" smtClean="0"/>
              <a:pPr/>
              <a:t>9/17/2026</a:t>
            </a:fld>
            <a:endParaRPr lang="en-US"/>
          </a:p>
        </p:txBody>
      </p:sp>
      <p:sp>
        <p:nvSpPr>
          <p:cNvPr id="8" name="Footer Placeholder 7"/>
          <p:cNvSpPr>
            <a:spLocks noGrp="1"/>
          </p:cNvSpPr>
          <p:nvPr>
            <p:ph type="ftr" sz="quarter" idx="11"/>
          </p:nvPr>
        </p:nvSpPr>
        <p:spPr/>
        <p:txBody>
          <a:bodyPr/>
          <a:lstStyle/>
          <a:p>
            <a:endParaRPr kumimoji="0" lang="en-US" dirty="0"/>
          </a:p>
        </p:txBody>
      </p:sp>
      <p:sp>
        <p:nvSpPr>
          <p:cNvPr id="9" name="Slide Number Placeholder 8"/>
          <p:cNvSpPr>
            <a:spLocks noGrp="1"/>
          </p:cNvSpPr>
          <p:nvPr>
            <p:ph type="sldNum" sz="quarter" idx="12"/>
          </p:nvPr>
        </p:nvSpPr>
        <p:spPr/>
        <p:txBody>
          <a:bodyPr/>
          <a:lstStyle/>
          <a:p>
            <a:fld id="{042AED99-7FB4-404E-8A97-64753DCE42EC}" type="slidenum">
              <a:rPr kumimoji="0" lang="en-US" smtClean="0"/>
              <a:pPr/>
              <a:t>‹#›</a:t>
            </a:fld>
            <a:endParaRPr kumimoji="0"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altLang="zh-CN"/>
              <a:t>Click to edit Master title style</a:t>
            </a:r>
            <a:endParaRPr kumimoji="0" lang="en-US"/>
          </a:p>
        </p:txBody>
      </p:sp>
      <p:sp>
        <p:nvSpPr>
          <p:cNvPr id="3" name="Date Placeholder 2"/>
          <p:cNvSpPr>
            <a:spLocks noGrp="1"/>
          </p:cNvSpPr>
          <p:nvPr>
            <p:ph type="dt" sz="half" idx="10"/>
          </p:nvPr>
        </p:nvSpPr>
        <p:spPr/>
        <p:txBody>
          <a:bodyPr/>
          <a:lstStyle/>
          <a:p>
            <a:fld id="{47C9B81F-C347-4BEF-BFDF-29C42F48304A}" type="datetimeFigureOut">
              <a:rPr lang="en-US" smtClean="0"/>
              <a:pPr/>
              <a:t>9/17/2026</a:t>
            </a:fld>
            <a:endParaRPr lang="en-US"/>
          </a:p>
        </p:txBody>
      </p:sp>
      <p:sp>
        <p:nvSpPr>
          <p:cNvPr id="4" name="Footer Placeholder 3"/>
          <p:cNvSpPr>
            <a:spLocks noGrp="1"/>
          </p:cNvSpPr>
          <p:nvPr>
            <p:ph type="ftr" sz="quarter" idx="11"/>
          </p:nvPr>
        </p:nvSpPr>
        <p:spPr/>
        <p:txBody>
          <a:bodyPr/>
          <a:lstStyle/>
          <a:p>
            <a:endParaRPr kumimoji="0" lang="en-US"/>
          </a:p>
        </p:txBody>
      </p:sp>
      <p:sp>
        <p:nvSpPr>
          <p:cNvPr id="5" name="Slide Number Placeholder 4"/>
          <p:cNvSpPr>
            <a:spLocks noGrp="1"/>
          </p:cNvSpPr>
          <p:nvPr>
            <p:ph type="sldNum" sz="quarter" idx="12"/>
          </p:nvPr>
        </p:nvSpPr>
        <p:spPr/>
        <p:txBody>
          <a:bodyPr/>
          <a:lstStyle/>
          <a:p>
            <a:fld id="{042AED99-7FB4-404E-8A97-64753DCE42EC}" type="slidenum">
              <a:rPr kumimoji="0" lang="en-US" smtClean="0"/>
              <a:pPr/>
              <a:t>‹#›</a:t>
            </a:fld>
            <a:endParaRPr kumimoji="0"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7C9B81F-C347-4BEF-BFDF-29C42F48304A}" type="datetimeFigureOut">
              <a:rPr lang="en-US" smtClean="0"/>
              <a:pPr/>
              <a:t>9/17/2026</a:t>
            </a:fld>
            <a:endParaRPr lang="en-US"/>
          </a:p>
        </p:txBody>
      </p:sp>
      <p:sp>
        <p:nvSpPr>
          <p:cNvPr id="3" name="Footer Placeholder 2"/>
          <p:cNvSpPr>
            <a:spLocks noGrp="1"/>
          </p:cNvSpPr>
          <p:nvPr>
            <p:ph type="ftr" sz="quarter" idx="11"/>
          </p:nvPr>
        </p:nvSpPr>
        <p:spPr/>
        <p:txBody>
          <a:bodyPr/>
          <a:lstStyle/>
          <a:p>
            <a:endParaRPr kumimoji="0" lang="en-US"/>
          </a:p>
        </p:txBody>
      </p:sp>
      <p:sp>
        <p:nvSpPr>
          <p:cNvPr id="4" name="Slide Number Placeholder 3"/>
          <p:cNvSpPr>
            <a:spLocks noGrp="1"/>
          </p:cNvSpPr>
          <p:nvPr>
            <p:ph type="sldNum" sz="quarter" idx="12"/>
          </p:nvPr>
        </p:nvSpPr>
        <p:spPr/>
        <p:txBody>
          <a:bodyPr/>
          <a:lstStyle/>
          <a:p>
            <a:fld id="{042AED99-7FB4-404E-8A97-64753DCE42EC}" type="slidenum">
              <a:rPr kumimoji="0" lang="en-US" smtClean="0"/>
              <a:pPr/>
              <a:t>‹#›</a:t>
            </a:fld>
            <a:endParaRPr kumimoji="0"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altLang="zh-CN"/>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altLang="zh-CN"/>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altLang="zh-CN"/>
              <a:t>Click to edit Master text styles</a:t>
            </a:r>
          </a:p>
          <a:p>
            <a:pPr lvl="1" eaLnBrk="1" latinLnBrk="0" hangingPunct="1"/>
            <a:r>
              <a:rPr lang="en-US" altLang="zh-CN"/>
              <a:t>Second level</a:t>
            </a:r>
          </a:p>
          <a:p>
            <a:pPr lvl="2" eaLnBrk="1" latinLnBrk="0" hangingPunct="1"/>
            <a:r>
              <a:rPr lang="en-US" altLang="zh-CN"/>
              <a:t>Third level</a:t>
            </a:r>
          </a:p>
          <a:p>
            <a:pPr lvl="3" eaLnBrk="1" latinLnBrk="0" hangingPunct="1"/>
            <a:r>
              <a:rPr lang="en-US" altLang="zh-CN"/>
              <a:t>Fourth level</a:t>
            </a:r>
          </a:p>
          <a:p>
            <a:pPr lvl="4" eaLnBrk="1" latinLnBrk="0" hangingPunct="1"/>
            <a:r>
              <a:rPr lang="en-US" altLang="zh-CN"/>
              <a:t>Fifth level</a:t>
            </a:r>
            <a:endParaRPr kumimoji="0" lang="en-US"/>
          </a:p>
        </p:txBody>
      </p:sp>
      <p:sp>
        <p:nvSpPr>
          <p:cNvPr id="5" name="Date Placeholder 4"/>
          <p:cNvSpPr>
            <a:spLocks noGrp="1"/>
          </p:cNvSpPr>
          <p:nvPr>
            <p:ph type="dt" sz="half" idx="10"/>
          </p:nvPr>
        </p:nvSpPr>
        <p:spPr/>
        <p:txBody>
          <a:bodyPr/>
          <a:lstStyle/>
          <a:p>
            <a:fld id="{47C9B81F-C347-4BEF-BFDF-29C42F48304A}" type="datetimeFigureOut">
              <a:rPr lang="en-US" smtClean="0"/>
              <a:pPr/>
              <a:t>9/17/2026</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p:txBody>
          <a:bodyPr/>
          <a:lstStyle/>
          <a:p>
            <a:fld id="{042AED99-7FB4-404E-8A97-64753DCE42EC}" type="slidenum">
              <a:rPr kumimoji="0" lang="en-US" smtClean="0"/>
              <a:pPr/>
              <a:t>‹#›</a:t>
            </a:fld>
            <a:endParaRPr kumimoji="0"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altLang="zh-CN"/>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altLang="zh-CN"/>
              <a:t>Click to edit Master text styles</a:t>
            </a:r>
          </a:p>
        </p:txBody>
      </p:sp>
      <p:sp>
        <p:nvSpPr>
          <p:cNvPr id="5" name="Date Placeholder 4"/>
          <p:cNvSpPr>
            <a:spLocks noGrp="1"/>
          </p:cNvSpPr>
          <p:nvPr>
            <p:ph type="dt" sz="half" idx="10"/>
          </p:nvPr>
        </p:nvSpPr>
        <p:spPr/>
        <p:txBody>
          <a:bodyPr/>
          <a:lstStyle/>
          <a:p>
            <a:fld id="{47C9B81F-C347-4BEF-BFDF-29C42F48304A}" type="datetimeFigureOut">
              <a:rPr lang="en-US" smtClean="0"/>
              <a:pPr/>
              <a:t>9/17/2026</a:t>
            </a:fld>
            <a:endParaRPr lang="en-US"/>
          </a:p>
        </p:txBody>
      </p:sp>
      <p:sp>
        <p:nvSpPr>
          <p:cNvPr id="6" name="Footer Placeholder 5"/>
          <p:cNvSpPr>
            <a:spLocks noGrp="1"/>
          </p:cNvSpPr>
          <p:nvPr>
            <p:ph type="ftr" sz="quarter" idx="11"/>
          </p:nvPr>
        </p:nvSpPr>
        <p:spPr/>
        <p:txBody>
          <a:bodyPr/>
          <a:lstStyle/>
          <a:p>
            <a:endParaRPr kumimoji="0" lang="en-US"/>
          </a:p>
        </p:txBody>
      </p:sp>
      <p:sp>
        <p:nvSpPr>
          <p:cNvPr id="7" name="Slide Number Placeholder 6"/>
          <p:cNvSpPr>
            <a:spLocks noGrp="1"/>
          </p:cNvSpPr>
          <p:nvPr>
            <p:ph type="sldNum" sz="quarter" idx="12"/>
          </p:nvPr>
        </p:nvSpPr>
        <p:spPr>
          <a:xfrm>
            <a:off x="8077200" y="6356350"/>
            <a:ext cx="609600" cy="365125"/>
          </a:xfrm>
        </p:spPr>
        <p:txBody>
          <a:bodyPr/>
          <a:lstStyle/>
          <a:p>
            <a:fld id="{042AED99-7FB4-404E-8A97-64753DCE42EC}" type="slidenum">
              <a:rPr kumimoji="0" lang="en-US" smtClean="0"/>
              <a:pPr/>
              <a:t>‹#›</a:t>
            </a:fld>
            <a:endParaRPr kumimoji="0" lang="en-US"/>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altLang="zh-CN"/>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altLang="zh-CN"/>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altLang="zh-CN"/>
              <a:t>Click to edit Master text styles</a:t>
            </a:r>
          </a:p>
          <a:p>
            <a:pPr lvl="1" eaLnBrk="1" latinLnBrk="0" hangingPunct="1"/>
            <a:r>
              <a:rPr lang="en-US" altLang="zh-CN"/>
              <a:t>Second level</a:t>
            </a:r>
          </a:p>
          <a:p>
            <a:pPr lvl="2" eaLnBrk="1" latinLnBrk="0" hangingPunct="1"/>
            <a:r>
              <a:rPr lang="en-US" altLang="zh-CN"/>
              <a:t>Third level</a:t>
            </a:r>
          </a:p>
          <a:p>
            <a:pPr lvl="3" eaLnBrk="1" latinLnBrk="0" hangingPunct="1"/>
            <a:r>
              <a:rPr lang="en-US" altLang="zh-CN"/>
              <a:t>Fourth level</a:t>
            </a:r>
          </a:p>
          <a:p>
            <a:pPr lvl="4" eaLnBrk="1" latinLnBrk="0" hangingPunct="1"/>
            <a:r>
              <a:rPr lang="en-US" altLang="zh-CN"/>
              <a:t>Fifth level</a:t>
            </a:r>
            <a:endParaRPr kumimoji="0" lang="en-US"/>
          </a:p>
        </p:txBody>
      </p:sp>
      <p:sp>
        <p:nvSpPr>
          <p:cNvPr id="4" name="Date Placeholder 3"/>
          <p:cNvSpPr>
            <a:spLocks noGrp="1"/>
          </p:cNvSpPr>
          <p:nvPr>
            <p:ph type="dt" sz="half" idx="10"/>
          </p:nvPr>
        </p:nvSpPr>
        <p:spPr/>
        <p:txBody>
          <a:bodyPr/>
          <a:lstStyle/>
          <a:p>
            <a:fld id="{47C9B81F-C347-4BEF-BFDF-29C42F48304A}" type="datetimeFigureOut">
              <a:rPr lang="en-US" smtClean="0"/>
              <a:pPr/>
              <a:t>9/17/2026</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042AED99-7FB4-404E-8A97-64753DCE42EC}" type="slidenum">
              <a:rPr kumimoji="0" lang="en-US" smtClean="0"/>
              <a:pPr/>
              <a:t>‹#›</a:t>
            </a:fld>
            <a:endParaRPr kumimoji="0"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altLang="zh-CN"/>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altLang="zh-CN"/>
              <a:t>Click to edit Master text styles</a:t>
            </a:r>
          </a:p>
          <a:p>
            <a:pPr lvl="1" eaLnBrk="1" latinLnBrk="0" hangingPunct="1"/>
            <a:r>
              <a:rPr lang="en-US" altLang="zh-CN"/>
              <a:t>Second level</a:t>
            </a:r>
          </a:p>
          <a:p>
            <a:pPr lvl="2" eaLnBrk="1" latinLnBrk="0" hangingPunct="1"/>
            <a:r>
              <a:rPr lang="en-US" altLang="zh-CN"/>
              <a:t>Third level</a:t>
            </a:r>
          </a:p>
          <a:p>
            <a:pPr lvl="3" eaLnBrk="1" latinLnBrk="0" hangingPunct="1"/>
            <a:r>
              <a:rPr lang="en-US" altLang="zh-CN"/>
              <a:t>Fourth level</a:t>
            </a:r>
          </a:p>
          <a:p>
            <a:pPr lvl="4" eaLnBrk="1" latinLnBrk="0" hangingPunct="1"/>
            <a:r>
              <a:rPr lang="en-US" altLang="zh-CN"/>
              <a:t>Fifth level</a:t>
            </a:r>
            <a:endParaRPr kumimoji="0" lang="en-US"/>
          </a:p>
        </p:txBody>
      </p:sp>
      <p:sp>
        <p:nvSpPr>
          <p:cNvPr id="4" name="Date Placeholder 3"/>
          <p:cNvSpPr>
            <a:spLocks noGrp="1"/>
          </p:cNvSpPr>
          <p:nvPr>
            <p:ph type="dt" sz="half" idx="10"/>
          </p:nvPr>
        </p:nvSpPr>
        <p:spPr/>
        <p:txBody>
          <a:bodyPr/>
          <a:lstStyle/>
          <a:p>
            <a:fld id="{47C9B81F-C347-4BEF-BFDF-29C42F48304A}" type="datetimeFigureOut">
              <a:rPr lang="en-US" smtClean="0"/>
              <a:pPr/>
              <a:t>9/17/2026</a:t>
            </a:fld>
            <a:endParaRPr lang="en-US"/>
          </a:p>
        </p:txBody>
      </p:sp>
      <p:sp>
        <p:nvSpPr>
          <p:cNvPr id="5" name="Footer Placeholder 4"/>
          <p:cNvSpPr>
            <a:spLocks noGrp="1"/>
          </p:cNvSpPr>
          <p:nvPr>
            <p:ph type="ftr" sz="quarter" idx="11"/>
          </p:nvPr>
        </p:nvSpPr>
        <p:spPr/>
        <p:txBody>
          <a:bodyPr/>
          <a:lstStyle/>
          <a:p>
            <a:endParaRPr kumimoji="0" lang="en-US"/>
          </a:p>
        </p:txBody>
      </p:sp>
      <p:sp>
        <p:nvSpPr>
          <p:cNvPr id="6" name="Slide Number Placeholder 5"/>
          <p:cNvSpPr>
            <a:spLocks noGrp="1"/>
          </p:cNvSpPr>
          <p:nvPr>
            <p:ph type="sldNum" sz="quarter" idx="12"/>
          </p:nvPr>
        </p:nvSpPr>
        <p:spPr/>
        <p:txBody>
          <a:bodyPr/>
          <a:lstStyle/>
          <a:p>
            <a:fld id="{042AED99-7FB4-404E-8A97-64753DCE42EC}" type="slidenum">
              <a:rPr kumimoji="0" lang="en-US" smtClean="0"/>
              <a:pPr/>
              <a:t>‹#›</a:t>
            </a:fld>
            <a:endParaRPr kumimoji="0"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AndTwoObj">
  <p:cSld name="标题，文本与两项内容">
    <p:spTree>
      <p:nvGrpSpPr>
        <p:cNvPr id="1" name=""/>
        <p:cNvGrpSpPr/>
        <p:nvPr/>
      </p:nvGrpSpPr>
      <p:grpSpPr>
        <a:xfrm>
          <a:off x="0" y="0"/>
          <a:ext cx="0" cy="0"/>
          <a:chOff x="0" y="0"/>
          <a:chExt cx="0" cy="0"/>
        </a:xfrm>
      </p:grpSpPr>
      <p:sp>
        <p:nvSpPr>
          <p:cNvPr id="2" name="标题 1"/>
          <p:cNvSpPr>
            <a:spLocks noGrp="1"/>
          </p:cNvSpPr>
          <p:nvPr>
            <p:ph type="title"/>
          </p:nvPr>
        </p:nvSpPr>
        <p:spPr>
          <a:xfrm>
            <a:off x="1042988" y="476250"/>
            <a:ext cx="7656512" cy="1143000"/>
          </a:xfrm>
        </p:spPr>
        <p:txBody>
          <a:bodyPr/>
          <a:lstStyle/>
          <a:p>
            <a:r>
              <a:rPr lang="zh-CN" altLang="en-US"/>
              <a:t>单击此处编辑母版标题样式</a:t>
            </a:r>
          </a:p>
        </p:txBody>
      </p:sp>
      <p:sp>
        <p:nvSpPr>
          <p:cNvPr id="3" name="文本占位符 2"/>
          <p:cNvSpPr>
            <a:spLocks noGrp="1"/>
          </p:cNvSpPr>
          <p:nvPr>
            <p:ph type="body" sz="half" idx="1"/>
          </p:nvPr>
        </p:nvSpPr>
        <p:spPr>
          <a:xfrm>
            <a:off x="1116013" y="1916113"/>
            <a:ext cx="3667125"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quarter" idx="2"/>
          </p:nvPr>
        </p:nvSpPr>
        <p:spPr>
          <a:xfrm>
            <a:off x="4935538" y="1916113"/>
            <a:ext cx="3668712" cy="1981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内容占位符 4"/>
          <p:cNvSpPr>
            <a:spLocks noGrp="1"/>
          </p:cNvSpPr>
          <p:nvPr>
            <p:ph sz="quarter" idx="3"/>
          </p:nvPr>
        </p:nvSpPr>
        <p:spPr>
          <a:xfrm>
            <a:off x="4935538" y="4049713"/>
            <a:ext cx="3668712" cy="19812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日期占位符 5"/>
          <p:cNvSpPr>
            <a:spLocks noGrp="1"/>
          </p:cNvSpPr>
          <p:nvPr>
            <p:ph type="dt" sz="half" idx="10"/>
          </p:nvPr>
        </p:nvSpPr>
        <p:spPr>
          <a:xfrm>
            <a:off x="304800" y="6248400"/>
            <a:ext cx="1905000" cy="457200"/>
          </a:xfrm>
        </p:spPr>
        <p:txBody>
          <a:bodyPr/>
          <a:lstStyle>
            <a:lvl1pPr>
              <a:defRPr/>
            </a:lvl1pPr>
          </a:lstStyle>
          <a:p>
            <a:endParaRPr lang="en-US" altLang="zh-CN"/>
          </a:p>
        </p:txBody>
      </p:sp>
      <p:sp>
        <p:nvSpPr>
          <p:cNvPr id="7" name="页脚占位符 6"/>
          <p:cNvSpPr>
            <a:spLocks noGrp="1"/>
          </p:cNvSpPr>
          <p:nvPr>
            <p:ph type="ftr" sz="quarter" idx="11"/>
          </p:nvPr>
        </p:nvSpPr>
        <p:spPr>
          <a:xfrm>
            <a:off x="3581400" y="6248400"/>
            <a:ext cx="2895600" cy="457200"/>
          </a:xfrm>
        </p:spPr>
        <p:txBody>
          <a:bodyPr/>
          <a:lstStyle>
            <a:lvl1pPr>
              <a:defRPr/>
            </a:lvl1pPr>
          </a:lstStyle>
          <a:p>
            <a:endParaRPr lang="en-US" altLang="zh-CN"/>
          </a:p>
        </p:txBody>
      </p:sp>
      <p:sp>
        <p:nvSpPr>
          <p:cNvPr id="8" name="灯片编号占位符 7"/>
          <p:cNvSpPr>
            <a:spLocks noGrp="1"/>
          </p:cNvSpPr>
          <p:nvPr>
            <p:ph type="sldNum" sz="quarter" idx="12"/>
          </p:nvPr>
        </p:nvSpPr>
        <p:spPr>
          <a:xfrm>
            <a:off x="7010400" y="6248400"/>
            <a:ext cx="1905000" cy="457200"/>
          </a:xfrm>
        </p:spPr>
        <p:txBody>
          <a:bodyPr/>
          <a:lstStyle>
            <a:lvl1pPr>
              <a:defRPr/>
            </a:lvl1pPr>
          </a:lstStyle>
          <a:p>
            <a:fld id="{808706CB-7635-45AD-A7DC-7E8D0CB7F20B}" type="slidenum">
              <a:rPr lang="en-US" altLang="zh-CN"/>
              <a:pPr/>
              <a:t>‹#›</a:t>
            </a:fld>
            <a:endParaRPr lang="en-US" altLang="zh-CN"/>
          </a:p>
        </p:txBody>
      </p:sp>
    </p:spTree>
  </p:cSld>
  <p:clrMapOvr>
    <a:masterClrMapping/>
  </p:clrMapOvr>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bg>
      <p:bgRef idx="1002">
        <a:schemeClr val="bg2"/>
      </p:bgRef>
    </p:bg>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tIns="0" rIns="18288">
            <a:normAutofit/>
            <a:scene3d>
              <a:camera prst="orthographicFront"/>
              <a:lightRig rig="freezing" dir="t">
                <a:rot lat="0" lon="0" rev="5640000"/>
              </a:lightRig>
            </a:scene3d>
            <a:sp3d prstMaterial="flat">
              <a:bevelT w="38100" h="38100"/>
              <a:contourClr>
                <a:schemeClr val="tx2"/>
              </a:contourClr>
            </a:sp3d>
          </a:bodyPr>
          <a:lstStyle>
            <a:lvl1pPr algn="r" rtl="0">
              <a:spcBef>
                <a:spcPct val="0"/>
              </a:spcBef>
              <a:buNone/>
              <a:defRPr sz="5600" b="1">
                <a:ln>
                  <a:noFill/>
                </a:ln>
                <a:solidFill>
                  <a:schemeClr val="accent3">
                    <a:tint val="90000"/>
                    <a:satMod val="120000"/>
                  </a:schemeClr>
                </a:solidFill>
                <a:effectLst>
                  <a:outerShdw blurRad="38100" dist="25400" dir="5400000" algn="tl" rotWithShape="0">
                    <a:srgbClr val="000000">
                      <a:alpha val="43000"/>
                    </a:srgbClr>
                  </a:outerShdw>
                </a:effectLst>
                <a:latin typeface="+mj-lt"/>
                <a:ea typeface="+mj-ea"/>
                <a:cs typeface="+mj-cs"/>
              </a:defRPr>
            </a:lvl1pPr>
          </a:lstStyle>
          <a:p>
            <a:r>
              <a:rPr lang="en-US" altLang="zh-CN"/>
              <a:t>Click to edit Master title style</a:t>
            </a:r>
            <a:endParaRPr lang="en-US"/>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lang="en-US" altLang="zh-CN"/>
              <a:t>Click to edit Master subtitle style</a:t>
            </a:r>
            <a:endParaRPr lang="en-US"/>
          </a:p>
        </p:txBody>
      </p:sp>
      <p:sp>
        <p:nvSpPr>
          <p:cNvPr id="4" name="Date Placeholder 29"/>
          <p:cNvSpPr>
            <a:spLocks noGrp="1"/>
          </p:cNvSpPr>
          <p:nvPr>
            <p:ph type="dt" sz="half" idx="10"/>
          </p:nvPr>
        </p:nvSpPr>
        <p:spPr/>
        <p:txBody>
          <a:bodyPr/>
          <a:lstStyle>
            <a:lvl1pPr>
              <a:defRPr/>
            </a:lvl1pPr>
          </a:lstStyle>
          <a:p>
            <a:pPr>
              <a:defRPr/>
            </a:pPr>
            <a:endParaRPr lang="en-US" altLang="zh-CN"/>
          </a:p>
        </p:txBody>
      </p:sp>
      <p:sp>
        <p:nvSpPr>
          <p:cNvPr id="5" name="Footer Placeholder 18"/>
          <p:cNvSpPr>
            <a:spLocks noGrp="1"/>
          </p:cNvSpPr>
          <p:nvPr>
            <p:ph type="ftr" sz="quarter" idx="11"/>
          </p:nvPr>
        </p:nvSpPr>
        <p:spPr/>
        <p:txBody>
          <a:bodyPr/>
          <a:lstStyle>
            <a:lvl1pPr>
              <a:defRPr/>
            </a:lvl1pPr>
          </a:lstStyle>
          <a:p>
            <a:pPr>
              <a:defRPr/>
            </a:pPr>
            <a:endParaRPr lang="en-US" altLang="zh-CN"/>
          </a:p>
        </p:txBody>
      </p:sp>
      <p:sp>
        <p:nvSpPr>
          <p:cNvPr id="6" name="Slide Number Placeholder 26"/>
          <p:cNvSpPr>
            <a:spLocks noGrp="1"/>
          </p:cNvSpPr>
          <p:nvPr>
            <p:ph type="sldNum" sz="quarter" idx="12"/>
          </p:nvPr>
        </p:nvSpPr>
        <p:spPr/>
        <p:txBody>
          <a:bodyPr/>
          <a:lstStyle>
            <a:lvl1pPr>
              <a:defRPr/>
            </a:lvl1pPr>
          </a:lstStyle>
          <a:p>
            <a:pPr>
              <a:defRPr/>
            </a:pPr>
            <a:fld id="{2AA43795-6B45-4E6E-B2DE-F308C15FE028}" type="slidenum">
              <a:rPr lang="zh-CN" altLang="en-US"/>
              <a:pPr>
                <a:defRPr/>
              </a:pPr>
              <a:t>‹#›</a:t>
            </a:fld>
            <a:endParaRPr lang="en-US" altLang="zh-CN"/>
          </a:p>
        </p:txBody>
      </p:sp>
    </p:spTree>
    <p:extLst>
      <p:ext uri="{BB962C8B-B14F-4D97-AF65-F5344CB8AC3E}">
        <p14:creationId xmlns:p14="http://schemas.microsoft.com/office/powerpoint/2010/main" val="3467133699"/>
      </p:ext>
    </p:extLst>
  </p:cSld>
  <p:clrMapOvr>
    <a:overrideClrMapping bg1="dk1" tx1="lt1" bg2="dk2" tx2="lt2" accent1="accent1" accent2="accent2" accent3="accent3" accent4="accent4" accent5="accent5" accent6="accent6" hlink="hlink" folHlink="folHlink"/>
  </p:clrMapOvr>
  <p:hf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a:p>
        </p:txBody>
      </p:sp>
      <p:sp>
        <p:nvSpPr>
          <p:cNvPr id="3" name="Content Placeholder 2"/>
          <p:cNvSpPr>
            <a:spLocks noGrp="1"/>
          </p:cNvSpPr>
          <p:nvPr>
            <p:ph idx="1"/>
          </p:nvPr>
        </p:nvSpPr>
        <p:spPr/>
        <p:txBody>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4" name="Date Placeholder 9"/>
          <p:cNvSpPr>
            <a:spLocks noGrp="1"/>
          </p:cNvSpPr>
          <p:nvPr>
            <p:ph type="dt" sz="half" idx="10"/>
          </p:nvPr>
        </p:nvSpPr>
        <p:spPr/>
        <p:txBody>
          <a:bodyPr/>
          <a:lstStyle>
            <a:lvl1pPr>
              <a:defRPr/>
            </a:lvl1pPr>
          </a:lstStyle>
          <a:p>
            <a:pPr>
              <a:defRPr/>
            </a:pPr>
            <a:endParaRPr lang="en-US" altLang="zh-CN"/>
          </a:p>
        </p:txBody>
      </p:sp>
      <p:sp>
        <p:nvSpPr>
          <p:cNvPr id="5" name="Footer Placeholder 21"/>
          <p:cNvSpPr>
            <a:spLocks noGrp="1"/>
          </p:cNvSpPr>
          <p:nvPr>
            <p:ph type="ftr" sz="quarter" idx="11"/>
          </p:nvPr>
        </p:nvSpPr>
        <p:spPr/>
        <p:txBody>
          <a:bodyPr/>
          <a:lstStyle>
            <a:lvl1pPr>
              <a:defRPr/>
            </a:lvl1pPr>
          </a:lstStyle>
          <a:p>
            <a:pPr>
              <a:defRPr/>
            </a:pPr>
            <a:endParaRPr lang="en-US" altLang="zh-CN"/>
          </a:p>
        </p:txBody>
      </p:sp>
      <p:sp>
        <p:nvSpPr>
          <p:cNvPr id="6" name="Slide Number Placeholder 17"/>
          <p:cNvSpPr>
            <a:spLocks noGrp="1"/>
          </p:cNvSpPr>
          <p:nvPr>
            <p:ph type="sldNum" sz="quarter" idx="12"/>
          </p:nvPr>
        </p:nvSpPr>
        <p:spPr/>
        <p:txBody>
          <a:bodyPr/>
          <a:lstStyle>
            <a:lvl1pPr>
              <a:defRPr/>
            </a:lvl1pPr>
          </a:lstStyle>
          <a:p>
            <a:pPr>
              <a:defRPr/>
            </a:pPr>
            <a:fld id="{F5B931C6-46ED-4D6F-ADB1-4B91676450DC}" type="slidenum">
              <a:rPr lang="zh-CN" altLang="en-US"/>
              <a:pPr>
                <a:defRPr/>
              </a:pPr>
              <a:t>‹#›</a:t>
            </a:fld>
            <a:endParaRPr lang="en-US" altLang="zh-CN"/>
          </a:p>
        </p:txBody>
      </p:sp>
    </p:spTree>
    <p:extLst>
      <p:ext uri="{BB962C8B-B14F-4D97-AF65-F5344CB8AC3E}">
        <p14:creationId xmlns:p14="http://schemas.microsoft.com/office/powerpoint/2010/main" val="1040602649"/>
      </p:ext>
    </p:extLst>
  </p:cSld>
  <p:clrMapOvr>
    <a:masterClrMapping/>
  </p:clrMapOvr>
  <p:hf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2">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tIns="0">
            <a:noAutofit/>
            <a:scene3d>
              <a:camera prst="orthographicFront"/>
              <a:lightRig rig="freezing" dir="t">
                <a:rot lat="0" lon="0" rev="5640000"/>
              </a:lightRig>
            </a:scene3d>
            <a:sp3d prstMaterial="flat">
              <a:bevelT w="38100" h="38100"/>
            </a:sp3d>
          </a:bodyPr>
          <a:lstStyle>
            <a:lvl1pPr algn="l" rtl="0">
              <a:spcBef>
                <a:spcPct val="0"/>
              </a:spcBef>
              <a:buNone/>
              <a:defRPr lang="en-US" sz="5600" b="1" cap="none" baseline="0" dirty="0">
                <a:ln w="635">
                  <a:noFill/>
                </a:ln>
                <a:solidFill>
                  <a:schemeClr val="accent4">
                    <a:tint val="90000"/>
                    <a:satMod val="125000"/>
                  </a:schemeClr>
                </a:solidFill>
                <a:effectLst>
                  <a:outerShdw blurRad="38100" dist="25400" dir="5400000" algn="tl" rotWithShape="0">
                    <a:srgbClr val="000000">
                      <a:alpha val="43000"/>
                    </a:srgbClr>
                  </a:outerShdw>
                </a:effectLst>
                <a:latin typeface="+mj-lt"/>
                <a:ea typeface="+mj-ea"/>
                <a:cs typeface="+mj-cs"/>
              </a:defRPr>
            </a:lvl1pPr>
          </a:lstStyle>
          <a:p>
            <a:r>
              <a:rPr lang="en-US" altLang="zh-CN"/>
              <a:t>Click to edit Master title style</a:t>
            </a:r>
            <a:endParaRPr lang="en-US"/>
          </a:p>
        </p:txBody>
      </p:sp>
      <p:sp>
        <p:nvSpPr>
          <p:cNvPr id="3" name="Text Placeholder 2"/>
          <p:cNvSpPr>
            <a:spLocks noGrp="1"/>
          </p:cNvSpPr>
          <p:nvPr>
            <p:ph type="body" idx="1"/>
          </p:nvPr>
        </p:nvSpPr>
        <p:spPr>
          <a:xfrm>
            <a:off x="530352" y="2704664"/>
            <a:ext cx="7772400" cy="1509712"/>
          </a:xfrm>
        </p:spPr>
        <p:txBody>
          <a:bodyPr lIns="45720" rIns="45720"/>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a:r>
              <a:rPr lang="en-US" altLang="zh-CN"/>
              <a:t>Click to edit Master text styles</a:t>
            </a:r>
          </a:p>
        </p:txBody>
      </p:sp>
      <p:sp>
        <p:nvSpPr>
          <p:cNvPr id="4" name="Date Placeholder 3"/>
          <p:cNvSpPr>
            <a:spLocks noGrp="1"/>
          </p:cNvSpPr>
          <p:nvPr>
            <p:ph type="dt" sz="half" idx="10"/>
          </p:nvPr>
        </p:nvSpPr>
        <p:spPr/>
        <p:txBody>
          <a:bodyPr/>
          <a:lstStyle>
            <a:lvl1pPr>
              <a:defRPr/>
            </a:lvl1pPr>
          </a:lstStyle>
          <a:p>
            <a:pPr>
              <a:defRPr/>
            </a:pPr>
            <a:endParaRPr lang="en-US" altLang="zh-CN"/>
          </a:p>
        </p:txBody>
      </p:sp>
      <p:sp>
        <p:nvSpPr>
          <p:cNvPr id="5" name="Footer Placeholder 4"/>
          <p:cNvSpPr>
            <a:spLocks noGrp="1"/>
          </p:cNvSpPr>
          <p:nvPr>
            <p:ph type="ftr" sz="quarter" idx="11"/>
          </p:nvPr>
        </p:nvSpPr>
        <p:spPr/>
        <p:txBody>
          <a:bodyPr/>
          <a:lstStyle>
            <a:lvl1pPr>
              <a:defRPr/>
            </a:lvl1pPr>
          </a:lstStyle>
          <a:p>
            <a:pPr>
              <a:defRPr/>
            </a:pPr>
            <a:endParaRPr lang="en-US" altLang="zh-CN"/>
          </a:p>
        </p:txBody>
      </p:sp>
      <p:sp>
        <p:nvSpPr>
          <p:cNvPr id="6" name="Slide Number Placeholder 5"/>
          <p:cNvSpPr>
            <a:spLocks noGrp="1"/>
          </p:cNvSpPr>
          <p:nvPr>
            <p:ph type="sldNum" sz="quarter" idx="12"/>
          </p:nvPr>
        </p:nvSpPr>
        <p:spPr/>
        <p:txBody>
          <a:bodyPr/>
          <a:lstStyle>
            <a:lvl1pPr>
              <a:defRPr/>
            </a:lvl1pPr>
          </a:lstStyle>
          <a:p>
            <a:pPr>
              <a:defRPr/>
            </a:pPr>
            <a:fld id="{94A00B77-AD6E-4E5C-BE6A-BC3D4A405B60}" type="slidenum">
              <a:rPr lang="zh-CN" altLang="en-US"/>
              <a:pPr>
                <a:defRPr/>
              </a:pPr>
              <a:t>‹#›</a:t>
            </a:fld>
            <a:endParaRPr lang="en-US" altLang="zh-CN"/>
          </a:p>
        </p:txBody>
      </p:sp>
    </p:spTree>
    <p:extLst>
      <p:ext uri="{BB962C8B-B14F-4D97-AF65-F5344CB8AC3E}">
        <p14:creationId xmlns:p14="http://schemas.microsoft.com/office/powerpoint/2010/main" val="3896585685"/>
      </p:ext>
    </p:extLst>
  </p:cSld>
  <p:clrMapOvr>
    <a:overrideClrMapping bg1="dk1" tx1="lt1" bg2="dk2" tx2="lt2" accent1="accent1" accent2="accent2" accent3="accent3" accent4="accent4" accent5="accent5" accent6="accent6" hlink="hlink" folHlink="folHlink"/>
  </p:clrMapOvr>
  <p:hf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lang="en-US" altLang="zh-CN"/>
              <a:t>Click to edit Master title style</a:t>
            </a:r>
            <a:endParaRPr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5" name="Date Placeholder 9"/>
          <p:cNvSpPr>
            <a:spLocks noGrp="1"/>
          </p:cNvSpPr>
          <p:nvPr>
            <p:ph type="dt" sz="half" idx="10"/>
          </p:nvPr>
        </p:nvSpPr>
        <p:spPr/>
        <p:txBody>
          <a:bodyPr/>
          <a:lstStyle>
            <a:lvl1pPr>
              <a:defRPr/>
            </a:lvl1pPr>
          </a:lstStyle>
          <a:p>
            <a:pPr>
              <a:defRPr/>
            </a:pPr>
            <a:endParaRPr lang="en-US" altLang="zh-CN"/>
          </a:p>
        </p:txBody>
      </p:sp>
      <p:sp>
        <p:nvSpPr>
          <p:cNvPr id="6" name="Footer Placeholder 21"/>
          <p:cNvSpPr>
            <a:spLocks noGrp="1"/>
          </p:cNvSpPr>
          <p:nvPr>
            <p:ph type="ftr" sz="quarter" idx="11"/>
          </p:nvPr>
        </p:nvSpPr>
        <p:spPr/>
        <p:txBody>
          <a:bodyPr/>
          <a:lstStyle>
            <a:lvl1pPr>
              <a:defRPr/>
            </a:lvl1pPr>
          </a:lstStyle>
          <a:p>
            <a:pPr>
              <a:defRPr/>
            </a:pPr>
            <a:endParaRPr lang="en-US" altLang="zh-CN"/>
          </a:p>
        </p:txBody>
      </p:sp>
      <p:sp>
        <p:nvSpPr>
          <p:cNvPr id="7" name="Slide Number Placeholder 17"/>
          <p:cNvSpPr>
            <a:spLocks noGrp="1"/>
          </p:cNvSpPr>
          <p:nvPr>
            <p:ph type="sldNum" sz="quarter" idx="12"/>
          </p:nvPr>
        </p:nvSpPr>
        <p:spPr/>
        <p:txBody>
          <a:bodyPr/>
          <a:lstStyle>
            <a:lvl1pPr>
              <a:defRPr/>
            </a:lvl1pPr>
          </a:lstStyle>
          <a:p>
            <a:pPr>
              <a:defRPr/>
            </a:pPr>
            <a:fld id="{C88ABF4C-5ABD-465D-AA6F-0BA9F36B9658}" type="slidenum">
              <a:rPr lang="zh-CN" altLang="en-US"/>
              <a:pPr>
                <a:defRPr/>
              </a:pPr>
              <a:t>‹#›</a:t>
            </a:fld>
            <a:endParaRPr lang="en-US" altLang="zh-CN"/>
          </a:p>
        </p:txBody>
      </p:sp>
    </p:spTree>
    <p:extLst>
      <p:ext uri="{BB962C8B-B14F-4D97-AF65-F5344CB8AC3E}">
        <p14:creationId xmlns:p14="http://schemas.microsoft.com/office/powerpoint/2010/main" val="3280525221"/>
      </p:ext>
    </p:extLst>
  </p:cSld>
  <p:clrMapOvr>
    <a:masterClrMapping/>
  </p:clrMapOvr>
  <p:hf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lvl1pPr>
              <a:defRPr/>
            </a:lvl1pPr>
          </a:lstStyle>
          <a:p>
            <a:r>
              <a:rPr lang="en-US" altLang="zh-CN"/>
              <a:t>Click to edit Master title style</a:t>
            </a:r>
            <a:endParaRPr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en-US" altLang="zh-CN"/>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a:r>
              <a:rPr lang="en-US" altLang="zh-CN"/>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7" name="Date Placeholder 9"/>
          <p:cNvSpPr>
            <a:spLocks noGrp="1"/>
          </p:cNvSpPr>
          <p:nvPr>
            <p:ph type="dt" sz="half" idx="10"/>
          </p:nvPr>
        </p:nvSpPr>
        <p:spPr/>
        <p:txBody>
          <a:bodyPr/>
          <a:lstStyle>
            <a:lvl1pPr>
              <a:defRPr/>
            </a:lvl1pPr>
          </a:lstStyle>
          <a:p>
            <a:pPr>
              <a:defRPr/>
            </a:pPr>
            <a:endParaRPr lang="en-US" altLang="zh-CN"/>
          </a:p>
        </p:txBody>
      </p:sp>
      <p:sp>
        <p:nvSpPr>
          <p:cNvPr id="8" name="Footer Placeholder 21"/>
          <p:cNvSpPr>
            <a:spLocks noGrp="1"/>
          </p:cNvSpPr>
          <p:nvPr>
            <p:ph type="ftr" sz="quarter" idx="11"/>
          </p:nvPr>
        </p:nvSpPr>
        <p:spPr/>
        <p:txBody>
          <a:bodyPr/>
          <a:lstStyle>
            <a:lvl1pPr>
              <a:defRPr/>
            </a:lvl1pPr>
          </a:lstStyle>
          <a:p>
            <a:pPr>
              <a:defRPr/>
            </a:pPr>
            <a:endParaRPr lang="en-US" altLang="zh-CN"/>
          </a:p>
        </p:txBody>
      </p:sp>
      <p:sp>
        <p:nvSpPr>
          <p:cNvPr id="9" name="Slide Number Placeholder 17"/>
          <p:cNvSpPr>
            <a:spLocks noGrp="1"/>
          </p:cNvSpPr>
          <p:nvPr>
            <p:ph type="sldNum" sz="quarter" idx="12"/>
          </p:nvPr>
        </p:nvSpPr>
        <p:spPr/>
        <p:txBody>
          <a:bodyPr/>
          <a:lstStyle>
            <a:lvl1pPr>
              <a:defRPr/>
            </a:lvl1pPr>
          </a:lstStyle>
          <a:p>
            <a:pPr>
              <a:defRPr/>
            </a:pPr>
            <a:fld id="{2ADDF1C6-90E9-484B-908F-300C219593E5}" type="slidenum">
              <a:rPr lang="zh-CN" altLang="en-US"/>
              <a:pPr>
                <a:defRPr/>
              </a:pPr>
              <a:t>‹#›</a:t>
            </a:fld>
            <a:endParaRPr lang="en-US" altLang="zh-CN"/>
          </a:p>
        </p:txBody>
      </p:sp>
    </p:spTree>
    <p:extLst>
      <p:ext uri="{BB962C8B-B14F-4D97-AF65-F5344CB8AC3E}">
        <p14:creationId xmlns:p14="http://schemas.microsoft.com/office/powerpoint/2010/main" val="4113847947"/>
      </p:ext>
    </p:extLst>
  </p:cSld>
  <p:clrMapOvr>
    <a:masterClrMapping/>
  </p:clrMapOvr>
  <p:hf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lang="en-US" altLang="zh-CN"/>
              <a:t>Click to edit Master title style</a:t>
            </a:r>
            <a:endParaRPr lang="en-US"/>
          </a:p>
        </p:txBody>
      </p:sp>
      <p:sp>
        <p:nvSpPr>
          <p:cNvPr id="3" name="Date Placeholder 9"/>
          <p:cNvSpPr>
            <a:spLocks noGrp="1"/>
          </p:cNvSpPr>
          <p:nvPr>
            <p:ph type="dt" sz="half" idx="10"/>
          </p:nvPr>
        </p:nvSpPr>
        <p:spPr/>
        <p:txBody>
          <a:bodyPr/>
          <a:lstStyle>
            <a:lvl1pPr>
              <a:defRPr/>
            </a:lvl1pPr>
          </a:lstStyle>
          <a:p>
            <a:pPr>
              <a:defRPr/>
            </a:pPr>
            <a:endParaRPr lang="en-US" altLang="zh-CN"/>
          </a:p>
        </p:txBody>
      </p:sp>
      <p:sp>
        <p:nvSpPr>
          <p:cNvPr id="4" name="Footer Placeholder 21"/>
          <p:cNvSpPr>
            <a:spLocks noGrp="1"/>
          </p:cNvSpPr>
          <p:nvPr>
            <p:ph type="ftr" sz="quarter" idx="11"/>
          </p:nvPr>
        </p:nvSpPr>
        <p:spPr/>
        <p:txBody>
          <a:bodyPr/>
          <a:lstStyle>
            <a:lvl1pPr>
              <a:defRPr/>
            </a:lvl1pPr>
          </a:lstStyle>
          <a:p>
            <a:pPr>
              <a:defRPr/>
            </a:pPr>
            <a:endParaRPr lang="en-US" altLang="zh-CN"/>
          </a:p>
        </p:txBody>
      </p:sp>
      <p:sp>
        <p:nvSpPr>
          <p:cNvPr id="5" name="Slide Number Placeholder 17"/>
          <p:cNvSpPr>
            <a:spLocks noGrp="1"/>
          </p:cNvSpPr>
          <p:nvPr>
            <p:ph type="sldNum" sz="quarter" idx="12"/>
          </p:nvPr>
        </p:nvSpPr>
        <p:spPr/>
        <p:txBody>
          <a:bodyPr/>
          <a:lstStyle>
            <a:lvl1pPr>
              <a:defRPr/>
            </a:lvl1pPr>
          </a:lstStyle>
          <a:p>
            <a:pPr>
              <a:defRPr/>
            </a:pPr>
            <a:fld id="{49718909-9BF4-4491-AC1B-F07842726577}" type="slidenum">
              <a:rPr lang="zh-CN" altLang="en-US"/>
              <a:pPr>
                <a:defRPr/>
              </a:pPr>
              <a:t>‹#›</a:t>
            </a:fld>
            <a:endParaRPr lang="en-US" altLang="zh-CN"/>
          </a:p>
        </p:txBody>
      </p:sp>
    </p:spTree>
    <p:extLst>
      <p:ext uri="{BB962C8B-B14F-4D97-AF65-F5344CB8AC3E}">
        <p14:creationId xmlns:p14="http://schemas.microsoft.com/office/powerpoint/2010/main" val="607511846"/>
      </p:ext>
    </p:extLst>
  </p:cSld>
  <p:clrMapOvr>
    <a:masterClrMapping/>
  </p:clrMapOvr>
  <p:hf hdr="0" ftr="0" dt="0"/>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9"/>
          <p:cNvSpPr>
            <a:spLocks noGrp="1"/>
          </p:cNvSpPr>
          <p:nvPr>
            <p:ph type="dt" sz="half" idx="10"/>
          </p:nvPr>
        </p:nvSpPr>
        <p:spPr/>
        <p:txBody>
          <a:bodyPr/>
          <a:lstStyle>
            <a:lvl1pPr>
              <a:defRPr/>
            </a:lvl1pPr>
          </a:lstStyle>
          <a:p>
            <a:pPr>
              <a:defRPr/>
            </a:pPr>
            <a:endParaRPr lang="en-US" altLang="zh-CN"/>
          </a:p>
        </p:txBody>
      </p:sp>
      <p:sp>
        <p:nvSpPr>
          <p:cNvPr id="3" name="Footer Placeholder 21"/>
          <p:cNvSpPr>
            <a:spLocks noGrp="1"/>
          </p:cNvSpPr>
          <p:nvPr>
            <p:ph type="ftr" sz="quarter" idx="11"/>
          </p:nvPr>
        </p:nvSpPr>
        <p:spPr/>
        <p:txBody>
          <a:bodyPr/>
          <a:lstStyle>
            <a:lvl1pPr>
              <a:defRPr/>
            </a:lvl1pPr>
          </a:lstStyle>
          <a:p>
            <a:pPr>
              <a:defRPr/>
            </a:pPr>
            <a:endParaRPr lang="en-US" altLang="zh-CN"/>
          </a:p>
        </p:txBody>
      </p:sp>
      <p:sp>
        <p:nvSpPr>
          <p:cNvPr id="4" name="Slide Number Placeholder 17"/>
          <p:cNvSpPr>
            <a:spLocks noGrp="1"/>
          </p:cNvSpPr>
          <p:nvPr>
            <p:ph type="sldNum" sz="quarter" idx="12"/>
          </p:nvPr>
        </p:nvSpPr>
        <p:spPr/>
        <p:txBody>
          <a:bodyPr/>
          <a:lstStyle>
            <a:lvl1pPr>
              <a:defRPr/>
            </a:lvl1pPr>
          </a:lstStyle>
          <a:p>
            <a:pPr>
              <a:defRPr/>
            </a:pPr>
            <a:fld id="{A3CB19E2-EEA6-4DE7-A7FB-BCEE68A113B7}" type="slidenum">
              <a:rPr lang="zh-CN" altLang="en-US"/>
              <a:pPr>
                <a:defRPr/>
              </a:pPr>
              <a:t>‹#›</a:t>
            </a:fld>
            <a:endParaRPr lang="en-US" altLang="zh-CN"/>
          </a:p>
        </p:txBody>
      </p:sp>
    </p:spTree>
    <p:extLst>
      <p:ext uri="{BB962C8B-B14F-4D97-AF65-F5344CB8AC3E}">
        <p14:creationId xmlns:p14="http://schemas.microsoft.com/office/powerpoint/2010/main" val="1880879568"/>
      </p:ext>
    </p:extLst>
  </p:cSld>
  <p:clrMapOvr>
    <a:masterClrMapping/>
  </p:clrMapOvr>
  <p:hf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a:noAutofit/>
          </a:bodyPr>
          <a:lstStyle>
            <a:lvl1pPr algn="l" rtl="0">
              <a:spcBef>
                <a:spcPct val="0"/>
              </a:spcBef>
              <a:buNone/>
              <a:defRPr sz="2600" b="0">
                <a:ln>
                  <a:noFill/>
                </a:ln>
                <a:solidFill>
                  <a:schemeClr val="tx2"/>
                </a:solidFill>
                <a:effectLst/>
                <a:latin typeface="+mj-lt"/>
                <a:ea typeface="+mj-ea"/>
                <a:cs typeface="+mj-cs"/>
              </a:defRPr>
            </a:lvl1pPr>
          </a:lstStyle>
          <a:p>
            <a:r>
              <a:rPr lang="en-US" altLang="zh-CN"/>
              <a:t>Click to edit Master title style</a:t>
            </a:r>
            <a:endParaRPr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a:r>
              <a:rPr lang="en-US" altLang="zh-CN"/>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5" name="Date Placeholder 9"/>
          <p:cNvSpPr>
            <a:spLocks noGrp="1"/>
          </p:cNvSpPr>
          <p:nvPr>
            <p:ph type="dt" sz="half" idx="10"/>
          </p:nvPr>
        </p:nvSpPr>
        <p:spPr/>
        <p:txBody>
          <a:bodyPr/>
          <a:lstStyle>
            <a:lvl1pPr>
              <a:defRPr/>
            </a:lvl1pPr>
          </a:lstStyle>
          <a:p>
            <a:pPr>
              <a:defRPr/>
            </a:pPr>
            <a:endParaRPr lang="en-US" altLang="zh-CN"/>
          </a:p>
        </p:txBody>
      </p:sp>
      <p:sp>
        <p:nvSpPr>
          <p:cNvPr id="6" name="Footer Placeholder 21"/>
          <p:cNvSpPr>
            <a:spLocks noGrp="1"/>
          </p:cNvSpPr>
          <p:nvPr>
            <p:ph type="ftr" sz="quarter" idx="11"/>
          </p:nvPr>
        </p:nvSpPr>
        <p:spPr/>
        <p:txBody>
          <a:bodyPr/>
          <a:lstStyle>
            <a:lvl1pPr>
              <a:defRPr/>
            </a:lvl1pPr>
          </a:lstStyle>
          <a:p>
            <a:pPr>
              <a:defRPr/>
            </a:pPr>
            <a:endParaRPr lang="en-US" altLang="zh-CN"/>
          </a:p>
        </p:txBody>
      </p:sp>
      <p:sp>
        <p:nvSpPr>
          <p:cNvPr id="7" name="Slide Number Placeholder 17"/>
          <p:cNvSpPr>
            <a:spLocks noGrp="1"/>
          </p:cNvSpPr>
          <p:nvPr>
            <p:ph type="sldNum" sz="quarter" idx="12"/>
          </p:nvPr>
        </p:nvSpPr>
        <p:spPr/>
        <p:txBody>
          <a:bodyPr/>
          <a:lstStyle>
            <a:lvl1pPr>
              <a:defRPr/>
            </a:lvl1pPr>
          </a:lstStyle>
          <a:p>
            <a:pPr>
              <a:defRPr/>
            </a:pPr>
            <a:fld id="{919FE29B-30DB-4250-A6AB-D6A2BF3C0654}" type="slidenum">
              <a:rPr lang="zh-CN" altLang="en-US"/>
              <a:pPr>
                <a:defRPr/>
              </a:pPr>
              <a:t>‹#›</a:t>
            </a:fld>
            <a:endParaRPr lang="en-US" altLang="zh-CN"/>
          </a:p>
        </p:txBody>
      </p:sp>
    </p:spTree>
    <p:extLst>
      <p:ext uri="{BB962C8B-B14F-4D97-AF65-F5344CB8AC3E}">
        <p14:creationId xmlns:p14="http://schemas.microsoft.com/office/powerpoint/2010/main" val="3441929856"/>
      </p:ext>
    </p:extLst>
  </p:cSld>
  <p:clrMapOvr>
    <a:masterClrMapping/>
  </p:clrMapOvr>
  <p:hf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5" name="Snip and Round Single Corner Rectangle 4"/>
          <p:cNvSpPr/>
          <p:nvPr/>
        </p:nvSpPr>
        <p:spPr>
          <a:xfrm rot="420000" flipV="1">
            <a:off x="3165475" y="1108075"/>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6" name="Right Triangle 5"/>
          <p:cNvSpPr/>
          <p:nvPr/>
        </p:nvSpPr>
        <p:spPr>
          <a:xfrm rot="420000" flipV="1">
            <a:off x="8004175" y="5359400"/>
            <a:ext cx="155575" cy="155575"/>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anchor="ctr"/>
          <a:lstStyle/>
          <a:p>
            <a:pPr algn="ctr" eaLnBrk="1" hangingPunct="1">
              <a:defRPr/>
            </a:pPr>
            <a:endParaRPr lang="en-US"/>
          </a:p>
        </p:txBody>
      </p:sp>
      <p:sp>
        <p:nvSpPr>
          <p:cNvPr id="7" name="Freeform 6"/>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eaLnBrk="1" hangingPunct="1">
              <a:defRPr/>
            </a:pPr>
            <a:endParaRPr lang="en-US">
              <a:latin typeface="+mn-lt"/>
              <a:ea typeface="+mn-ea"/>
            </a:endParaRPr>
          </a:p>
        </p:txBody>
      </p:sp>
      <p:sp>
        <p:nvSpPr>
          <p:cNvPr id="8" name="Freeform 7"/>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eaLnBrk="1" hangingPunct="1">
              <a:defRPr/>
            </a:pPr>
            <a:endParaRPr lang="en-US">
              <a:latin typeface="+mn-lt"/>
              <a:ea typeface="+mn-ea"/>
            </a:endParaRPr>
          </a:p>
        </p:txBody>
      </p:sp>
      <p:sp>
        <p:nvSpPr>
          <p:cNvPr id="2" name="Title 1"/>
          <p:cNvSpPr>
            <a:spLocks noGrp="1"/>
          </p:cNvSpPr>
          <p:nvPr>
            <p:ph type="title"/>
          </p:nvPr>
        </p:nvSpPr>
        <p:spPr>
          <a:xfrm>
            <a:off x="609600" y="1176996"/>
            <a:ext cx="2212848" cy="1582621"/>
          </a:xfrm>
        </p:spPr>
        <p:txBody>
          <a:bodyPr lIns="45720" rIns="45720" bIns="45720"/>
          <a:lstStyle>
            <a:lvl1pPr algn="l">
              <a:buNone/>
              <a:defRPr sz="2000" b="1">
                <a:solidFill>
                  <a:schemeClr val="tx2"/>
                </a:solidFill>
              </a:defRPr>
            </a:lvl1pPr>
          </a:lstStyle>
          <a:p>
            <a:r>
              <a:rPr lang="en-US" altLang="zh-CN"/>
              <a:t>Click to edit Master title style</a:t>
            </a:r>
            <a:endParaRPr lang="en-US"/>
          </a:p>
        </p:txBody>
      </p:sp>
      <p:sp>
        <p:nvSpPr>
          <p:cNvPr id="4" name="Text Placeholder 3"/>
          <p:cNvSpPr>
            <a:spLocks noGrp="1"/>
          </p:cNvSpPr>
          <p:nvPr>
            <p:ph type="body" sz="half" idx="2"/>
          </p:nvPr>
        </p:nvSpPr>
        <p:spPr>
          <a:xfrm>
            <a:off x="609600" y="2828785"/>
            <a:ext cx="2209800" cy="2179320"/>
          </a:xfrm>
        </p:spPr>
        <p:txBody>
          <a:bodyPr lIns="64008" rIns="45720"/>
          <a:lstStyle>
            <a:lvl1pPr marL="0" indent="0" algn="l">
              <a:spcBef>
                <a:spcPts val="250"/>
              </a:spcBef>
              <a:buFontTx/>
              <a:buNone/>
              <a:defRPr sz="1300"/>
            </a:lvl1pPr>
            <a:lvl2pPr>
              <a:defRPr sz="1200"/>
            </a:lvl2pPr>
            <a:lvl3pPr>
              <a:defRPr sz="1000"/>
            </a:lvl3pPr>
            <a:lvl4pPr>
              <a:defRPr sz="900"/>
            </a:lvl4pPr>
            <a:lvl5pPr>
              <a:defRPr sz="900"/>
            </a:lvl5pPr>
          </a:lstStyle>
          <a:p>
            <a:pPr lvl="0"/>
            <a:r>
              <a:rPr lang="en-US" altLang="zh-CN"/>
              <a:t>Click to edit Master text styles</a:t>
            </a:r>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normAutofit/>
          </a:bodyPr>
          <a:lstStyle>
            <a:lvl1pPr marL="0" indent="0">
              <a:buNone/>
              <a:defRPr sz="3200"/>
            </a:lvl1pPr>
          </a:lstStyle>
          <a:p>
            <a:pPr lvl="0"/>
            <a:r>
              <a:rPr lang="en-US" altLang="zh-CN" noProof="0"/>
              <a:t>Click icon to add picture</a:t>
            </a:r>
            <a:endParaRPr lang="en-US" noProof="0" dirty="0"/>
          </a:p>
        </p:txBody>
      </p:sp>
      <p:sp>
        <p:nvSpPr>
          <p:cNvPr id="9" name="Date Placeholder 4"/>
          <p:cNvSpPr>
            <a:spLocks noGrp="1"/>
          </p:cNvSpPr>
          <p:nvPr>
            <p:ph type="dt" sz="half" idx="10"/>
          </p:nvPr>
        </p:nvSpPr>
        <p:spPr/>
        <p:txBody>
          <a:bodyPr/>
          <a:lstStyle>
            <a:lvl1pPr>
              <a:defRPr/>
            </a:lvl1pPr>
          </a:lstStyle>
          <a:p>
            <a:pPr>
              <a:defRPr/>
            </a:pPr>
            <a:endParaRPr lang="en-US" altLang="zh-CN"/>
          </a:p>
        </p:txBody>
      </p:sp>
      <p:sp>
        <p:nvSpPr>
          <p:cNvPr id="10" name="Footer Placeholder 5"/>
          <p:cNvSpPr>
            <a:spLocks noGrp="1"/>
          </p:cNvSpPr>
          <p:nvPr>
            <p:ph type="ftr" sz="quarter" idx="11"/>
          </p:nvPr>
        </p:nvSpPr>
        <p:spPr/>
        <p:txBody>
          <a:bodyPr/>
          <a:lstStyle>
            <a:lvl1pPr>
              <a:defRPr/>
            </a:lvl1pPr>
          </a:lstStyle>
          <a:p>
            <a:pPr>
              <a:defRPr/>
            </a:pPr>
            <a:endParaRPr lang="en-US" altLang="zh-CN"/>
          </a:p>
        </p:txBody>
      </p:sp>
      <p:sp>
        <p:nvSpPr>
          <p:cNvPr id="11" name="Slide Number Placeholder 6"/>
          <p:cNvSpPr>
            <a:spLocks noGrp="1"/>
          </p:cNvSpPr>
          <p:nvPr>
            <p:ph type="sldNum" sz="quarter" idx="12"/>
          </p:nvPr>
        </p:nvSpPr>
        <p:spPr>
          <a:xfrm>
            <a:off x="8077200" y="6356350"/>
            <a:ext cx="609600" cy="365125"/>
          </a:xfrm>
        </p:spPr>
        <p:txBody>
          <a:bodyPr/>
          <a:lstStyle>
            <a:lvl1pPr>
              <a:defRPr/>
            </a:lvl1pPr>
          </a:lstStyle>
          <a:p>
            <a:pPr>
              <a:defRPr/>
            </a:pPr>
            <a:fld id="{348E731D-7ED6-4A92-8DA8-D8903DEB8D6D}" type="slidenum">
              <a:rPr lang="zh-CN" altLang="en-US"/>
              <a:pPr>
                <a:defRPr/>
              </a:pPr>
              <a:t>‹#›</a:t>
            </a:fld>
            <a:endParaRPr lang="en-US" altLang="zh-CN"/>
          </a:p>
        </p:txBody>
      </p:sp>
    </p:spTree>
    <p:extLst>
      <p:ext uri="{BB962C8B-B14F-4D97-AF65-F5344CB8AC3E}">
        <p14:creationId xmlns:p14="http://schemas.microsoft.com/office/powerpoint/2010/main" val="564372236"/>
      </p:ext>
    </p:extLst>
  </p:cSld>
  <p:clrMapOvr>
    <a:masterClrMapping/>
  </p:clrMapOvr>
  <p:hf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ltLang="zh-CN"/>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4" name="Date Placeholder 9"/>
          <p:cNvSpPr>
            <a:spLocks noGrp="1"/>
          </p:cNvSpPr>
          <p:nvPr>
            <p:ph type="dt" sz="half" idx="10"/>
          </p:nvPr>
        </p:nvSpPr>
        <p:spPr/>
        <p:txBody>
          <a:bodyPr/>
          <a:lstStyle>
            <a:lvl1pPr>
              <a:defRPr/>
            </a:lvl1pPr>
          </a:lstStyle>
          <a:p>
            <a:pPr>
              <a:defRPr/>
            </a:pPr>
            <a:endParaRPr lang="en-US" altLang="zh-CN"/>
          </a:p>
        </p:txBody>
      </p:sp>
      <p:sp>
        <p:nvSpPr>
          <p:cNvPr id="5" name="Footer Placeholder 21"/>
          <p:cNvSpPr>
            <a:spLocks noGrp="1"/>
          </p:cNvSpPr>
          <p:nvPr>
            <p:ph type="ftr" sz="quarter" idx="11"/>
          </p:nvPr>
        </p:nvSpPr>
        <p:spPr/>
        <p:txBody>
          <a:bodyPr/>
          <a:lstStyle>
            <a:lvl1pPr>
              <a:defRPr/>
            </a:lvl1pPr>
          </a:lstStyle>
          <a:p>
            <a:pPr>
              <a:defRPr/>
            </a:pPr>
            <a:endParaRPr lang="en-US" altLang="zh-CN"/>
          </a:p>
        </p:txBody>
      </p:sp>
      <p:sp>
        <p:nvSpPr>
          <p:cNvPr id="6" name="Slide Number Placeholder 17"/>
          <p:cNvSpPr>
            <a:spLocks noGrp="1"/>
          </p:cNvSpPr>
          <p:nvPr>
            <p:ph type="sldNum" sz="quarter" idx="12"/>
          </p:nvPr>
        </p:nvSpPr>
        <p:spPr/>
        <p:txBody>
          <a:bodyPr/>
          <a:lstStyle>
            <a:lvl1pPr>
              <a:defRPr/>
            </a:lvl1pPr>
          </a:lstStyle>
          <a:p>
            <a:pPr>
              <a:defRPr/>
            </a:pPr>
            <a:fld id="{36B1776F-3031-47D2-8887-44819319B003}" type="slidenum">
              <a:rPr lang="zh-CN" altLang="en-US"/>
              <a:pPr>
                <a:defRPr/>
              </a:pPr>
              <a:t>‹#›</a:t>
            </a:fld>
            <a:endParaRPr lang="en-US" altLang="zh-CN"/>
          </a:p>
        </p:txBody>
      </p:sp>
    </p:spTree>
    <p:extLst>
      <p:ext uri="{BB962C8B-B14F-4D97-AF65-F5344CB8AC3E}">
        <p14:creationId xmlns:p14="http://schemas.microsoft.com/office/powerpoint/2010/main" val="3070148457"/>
      </p:ext>
    </p:extLst>
  </p:cSld>
  <p:clrMapOvr>
    <a:masterClrMapping/>
  </p:clrMapOvr>
  <p:hf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lang="en-US" altLang="zh-CN"/>
              <a:t>Click to edit Master title style</a:t>
            </a:r>
            <a:endParaRPr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endParaRPr lang="en-US"/>
          </a:p>
        </p:txBody>
      </p:sp>
      <p:sp>
        <p:nvSpPr>
          <p:cNvPr id="4" name="Date Placeholder 9"/>
          <p:cNvSpPr>
            <a:spLocks noGrp="1"/>
          </p:cNvSpPr>
          <p:nvPr>
            <p:ph type="dt" sz="half" idx="10"/>
          </p:nvPr>
        </p:nvSpPr>
        <p:spPr/>
        <p:txBody>
          <a:bodyPr/>
          <a:lstStyle>
            <a:lvl1pPr>
              <a:defRPr/>
            </a:lvl1pPr>
          </a:lstStyle>
          <a:p>
            <a:pPr>
              <a:defRPr/>
            </a:pPr>
            <a:endParaRPr lang="en-US" altLang="zh-CN"/>
          </a:p>
        </p:txBody>
      </p:sp>
      <p:sp>
        <p:nvSpPr>
          <p:cNvPr id="5" name="Footer Placeholder 21"/>
          <p:cNvSpPr>
            <a:spLocks noGrp="1"/>
          </p:cNvSpPr>
          <p:nvPr>
            <p:ph type="ftr" sz="quarter" idx="11"/>
          </p:nvPr>
        </p:nvSpPr>
        <p:spPr/>
        <p:txBody>
          <a:bodyPr/>
          <a:lstStyle>
            <a:lvl1pPr>
              <a:defRPr/>
            </a:lvl1pPr>
          </a:lstStyle>
          <a:p>
            <a:pPr>
              <a:defRPr/>
            </a:pPr>
            <a:endParaRPr lang="en-US" altLang="zh-CN"/>
          </a:p>
        </p:txBody>
      </p:sp>
      <p:sp>
        <p:nvSpPr>
          <p:cNvPr id="6" name="Slide Number Placeholder 17"/>
          <p:cNvSpPr>
            <a:spLocks noGrp="1"/>
          </p:cNvSpPr>
          <p:nvPr>
            <p:ph type="sldNum" sz="quarter" idx="12"/>
          </p:nvPr>
        </p:nvSpPr>
        <p:spPr/>
        <p:txBody>
          <a:bodyPr/>
          <a:lstStyle>
            <a:lvl1pPr>
              <a:defRPr/>
            </a:lvl1pPr>
          </a:lstStyle>
          <a:p>
            <a:pPr>
              <a:defRPr/>
            </a:pPr>
            <a:fld id="{F671C77D-3836-4145-BD3B-093F6BFEB3D7}" type="slidenum">
              <a:rPr lang="zh-CN" altLang="en-US"/>
              <a:pPr>
                <a:defRPr/>
              </a:pPr>
              <a:t>‹#›</a:t>
            </a:fld>
            <a:endParaRPr lang="en-US" altLang="zh-CN"/>
          </a:p>
        </p:txBody>
      </p:sp>
    </p:spTree>
    <p:extLst>
      <p:ext uri="{BB962C8B-B14F-4D97-AF65-F5344CB8AC3E}">
        <p14:creationId xmlns:p14="http://schemas.microsoft.com/office/powerpoint/2010/main" val="4175679385"/>
      </p:ext>
    </p:extLst>
  </p:cSld>
  <p:clrMapOvr>
    <a:masterClrMapping/>
  </p:clrMapOvr>
  <p:hf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type="txAndObj">
  <p:cSld name="标题，文本与内容">
    <p:spTree>
      <p:nvGrpSpPr>
        <p:cNvPr id="1" name=""/>
        <p:cNvGrpSpPr/>
        <p:nvPr/>
      </p:nvGrpSpPr>
      <p:grpSpPr>
        <a:xfrm>
          <a:off x="0" y="0"/>
          <a:ext cx="0" cy="0"/>
          <a:chOff x="0" y="0"/>
          <a:chExt cx="0" cy="0"/>
        </a:xfrm>
      </p:grpSpPr>
      <p:sp>
        <p:nvSpPr>
          <p:cNvPr id="2" name="标题 1"/>
          <p:cNvSpPr>
            <a:spLocks noGrp="1"/>
          </p:cNvSpPr>
          <p:nvPr>
            <p:ph type="title"/>
          </p:nvPr>
        </p:nvSpPr>
        <p:spPr>
          <a:xfrm>
            <a:off x="1187450" y="692150"/>
            <a:ext cx="7727950" cy="1008063"/>
          </a:xfrm>
        </p:spPr>
        <p:txBody>
          <a:bodyPr/>
          <a:lstStyle/>
          <a:p>
            <a:r>
              <a:rPr lang="zh-CN" altLang="en-US"/>
              <a:t>单击此处编辑母版标题样式</a:t>
            </a:r>
          </a:p>
        </p:txBody>
      </p:sp>
      <p:sp>
        <p:nvSpPr>
          <p:cNvPr id="3" name="文本占位符 2"/>
          <p:cNvSpPr>
            <a:spLocks noGrp="1"/>
          </p:cNvSpPr>
          <p:nvPr>
            <p:ph type="body" sz="half" idx="1"/>
          </p:nvPr>
        </p:nvSpPr>
        <p:spPr>
          <a:xfrm>
            <a:off x="2819400" y="1981200"/>
            <a:ext cx="29718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5943600" y="1981200"/>
            <a:ext cx="2971800" cy="411480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5"/>
          <p:cNvSpPr>
            <a:spLocks noGrp="1" noChangeArrowheads="1"/>
          </p:cNvSpPr>
          <p:nvPr>
            <p:ph type="dt" sz="half" idx="10"/>
          </p:nvPr>
        </p:nvSpPr>
        <p:spPr/>
        <p:txBody>
          <a:bodyPr/>
          <a:lstStyle>
            <a:lvl1pPr>
              <a:defRPr/>
            </a:lvl1pPr>
          </a:lstStyle>
          <a:p>
            <a:pPr>
              <a:defRPr/>
            </a:pPr>
            <a:endParaRPr lang="en-US" altLang="zh-CN"/>
          </a:p>
        </p:txBody>
      </p:sp>
      <p:sp>
        <p:nvSpPr>
          <p:cNvPr id="6" name="Rectangle 6"/>
          <p:cNvSpPr>
            <a:spLocks noGrp="1" noChangeArrowheads="1"/>
          </p:cNvSpPr>
          <p:nvPr>
            <p:ph type="ftr" sz="quarter" idx="11"/>
          </p:nvPr>
        </p:nvSpPr>
        <p:spPr/>
        <p:txBody>
          <a:bodyPr/>
          <a:lstStyle>
            <a:lvl1pPr>
              <a:defRPr/>
            </a:lvl1pPr>
          </a:lstStyle>
          <a:p>
            <a:pPr>
              <a:defRPr/>
            </a:pPr>
            <a:endParaRPr lang="en-US" altLang="zh-CN"/>
          </a:p>
        </p:txBody>
      </p:sp>
      <p:sp>
        <p:nvSpPr>
          <p:cNvPr id="7" name="Rectangle 7"/>
          <p:cNvSpPr>
            <a:spLocks noGrp="1" noChangeArrowheads="1"/>
          </p:cNvSpPr>
          <p:nvPr>
            <p:ph type="sldNum" sz="quarter" idx="12"/>
          </p:nvPr>
        </p:nvSpPr>
        <p:spPr/>
        <p:txBody>
          <a:bodyPr/>
          <a:lstStyle>
            <a:lvl1pPr>
              <a:defRPr/>
            </a:lvl1pPr>
          </a:lstStyle>
          <a:p>
            <a:pPr>
              <a:defRPr/>
            </a:pPr>
            <a:fld id="{DC6CEEE1-9C7A-48AC-8E53-952ADFF47822}" type="slidenum">
              <a:rPr lang="zh-CN" altLang="en-US"/>
              <a:pPr>
                <a:defRPr/>
              </a:pPr>
              <a:t>‹#›</a:t>
            </a:fld>
            <a:endParaRPr lang="en-US" altLang="zh-CN"/>
          </a:p>
        </p:txBody>
      </p:sp>
    </p:spTree>
    <p:extLst>
      <p:ext uri="{BB962C8B-B14F-4D97-AF65-F5344CB8AC3E}">
        <p14:creationId xmlns:p14="http://schemas.microsoft.com/office/powerpoint/2010/main" val="164318190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Only">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1187450" y="692150"/>
            <a:ext cx="7727950" cy="5403850"/>
          </a:xfr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3" name="Rectangle 5"/>
          <p:cNvSpPr>
            <a:spLocks noGrp="1" noChangeArrowheads="1"/>
          </p:cNvSpPr>
          <p:nvPr>
            <p:ph type="dt" sz="half" idx="10"/>
          </p:nvPr>
        </p:nvSpPr>
        <p:spPr/>
        <p:txBody>
          <a:bodyPr/>
          <a:lstStyle>
            <a:lvl1pPr>
              <a:defRPr/>
            </a:lvl1pPr>
          </a:lstStyle>
          <a:p>
            <a:pPr>
              <a:defRPr/>
            </a:pPr>
            <a:endParaRPr lang="en-US" altLang="zh-CN"/>
          </a:p>
        </p:txBody>
      </p:sp>
      <p:sp>
        <p:nvSpPr>
          <p:cNvPr id="4" name="Rectangle 6"/>
          <p:cNvSpPr>
            <a:spLocks noGrp="1" noChangeArrowheads="1"/>
          </p:cNvSpPr>
          <p:nvPr>
            <p:ph type="ftr" sz="quarter" idx="11"/>
          </p:nvPr>
        </p:nvSpPr>
        <p:spPr/>
        <p:txBody>
          <a:bodyPr/>
          <a:lstStyle>
            <a:lvl1pPr>
              <a:defRPr/>
            </a:lvl1pPr>
          </a:lstStyle>
          <a:p>
            <a:pPr>
              <a:defRPr/>
            </a:pPr>
            <a:endParaRPr lang="en-US" altLang="zh-CN"/>
          </a:p>
        </p:txBody>
      </p:sp>
      <p:sp>
        <p:nvSpPr>
          <p:cNvPr id="5" name="Rectangle 7"/>
          <p:cNvSpPr>
            <a:spLocks noGrp="1" noChangeArrowheads="1"/>
          </p:cNvSpPr>
          <p:nvPr>
            <p:ph type="sldNum" sz="quarter" idx="12"/>
          </p:nvPr>
        </p:nvSpPr>
        <p:spPr/>
        <p:txBody>
          <a:bodyPr/>
          <a:lstStyle>
            <a:lvl1pPr>
              <a:defRPr/>
            </a:lvl1pPr>
          </a:lstStyle>
          <a:p>
            <a:pPr>
              <a:defRPr/>
            </a:pPr>
            <a:fld id="{A451B2CC-D984-40B1-AE3F-F824478A226C}" type="slidenum">
              <a:rPr lang="zh-CN" altLang="en-US"/>
              <a:pPr>
                <a:defRPr/>
              </a:pPr>
              <a:t>‹#›</a:t>
            </a:fld>
            <a:endParaRPr lang="en-US" altLang="zh-CN"/>
          </a:p>
        </p:txBody>
      </p:sp>
    </p:spTree>
    <p:extLst>
      <p:ext uri="{BB962C8B-B14F-4D97-AF65-F5344CB8AC3E}">
        <p14:creationId xmlns:p14="http://schemas.microsoft.com/office/powerpoint/2010/main" val="10672797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slideLayout" Target="../slideLayouts/slideLayout25.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slideLayout" Target="../slideLayouts/slideLayout24.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 Id="rId14"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altLang="zh-CN"/>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altLang="zh-CN"/>
              <a:t>Click to edit Master text styles</a:t>
            </a:r>
          </a:p>
          <a:p>
            <a:pPr lvl="1" eaLnBrk="1" latinLnBrk="0" hangingPunct="1"/>
            <a:r>
              <a:rPr kumimoji="0" lang="en-US" altLang="zh-CN"/>
              <a:t>Second level</a:t>
            </a:r>
          </a:p>
          <a:p>
            <a:pPr lvl="2" eaLnBrk="1" latinLnBrk="0" hangingPunct="1"/>
            <a:r>
              <a:rPr kumimoji="0" lang="en-US" altLang="zh-CN"/>
              <a:t>Third level</a:t>
            </a:r>
          </a:p>
          <a:p>
            <a:pPr lvl="3" eaLnBrk="1" latinLnBrk="0" hangingPunct="1"/>
            <a:r>
              <a:rPr kumimoji="0" lang="en-US" altLang="zh-CN"/>
              <a:t>Fourth level</a:t>
            </a:r>
          </a:p>
          <a:p>
            <a:pPr lvl="4" eaLnBrk="1" latinLnBrk="0" hangingPunct="1"/>
            <a:r>
              <a:rPr kumimoji="0" lang="en-US" altLang="zh-CN"/>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47C9B81F-C347-4BEF-BFDF-29C42F48304A}" type="datetimeFigureOut">
              <a:rPr lang="en-US" smtClean="0"/>
              <a:pPr/>
              <a:t>9/17/2026</a:t>
            </a:fld>
            <a:endParaRPr lang="en-US" dirty="0">
              <a:solidFill>
                <a:schemeClr val="tx2">
                  <a:shade val="90000"/>
                </a:schemeClr>
              </a:solidFill>
            </a:endParaRPr>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pPr algn="l" eaLnBrk="1" latinLnBrk="0" hangingPunct="1"/>
            <a:endParaRPr kumimoji="0" lang="en-US" dirty="0">
              <a:solidFill>
                <a:schemeClr val="tx2">
                  <a:shade val="90000"/>
                </a:schemeClr>
              </a:solidFill>
            </a:endParaRPr>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042AED99-7FB4-404E-8A97-64753DCE42EC}" type="slidenum">
              <a:rPr kumimoji="0" lang="en-US" smtClean="0"/>
              <a:pPr/>
              <a:t>‹#›</a:t>
            </a:fld>
            <a:endParaRPr kumimoji="0" lang="en-US" dirty="0">
              <a:solidFill>
                <a:schemeClr val="tx2">
                  <a:shade val="90000"/>
                </a:schemeClr>
              </a:solidFill>
            </a:endParaRPr>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a:p>
          </p:txBody>
        </p:sp>
      </p:gr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938"/>
            <a:ext cx="9163050" cy="1041401"/>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a:lstStyle/>
          <a:p>
            <a:pPr eaLnBrk="1" hangingPunct="1">
              <a:defRPr/>
            </a:pPr>
            <a:endParaRPr lang="en-US">
              <a:latin typeface="+mn-lt"/>
              <a:ea typeface="+mn-ea"/>
            </a:endParaRPr>
          </a:p>
        </p:txBody>
      </p:sp>
      <p:sp>
        <p:nvSpPr>
          <p:cNvPr id="8" name="Freeform 7"/>
          <p:cNvSpPr>
            <a:spLocks/>
          </p:cNvSpPr>
          <p:nvPr/>
        </p:nvSpPr>
        <p:spPr bwMode="auto">
          <a:xfrm>
            <a:off x="4381500" y="-7938"/>
            <a:ext cx="4762500" cy="638176"/>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a:lstStyle/>
          <a:p>
            <a:pPr eaLnBrk="1" hangingPunct="1">
              <a:defRPr/>
            </a:pPr>
            <a:endParaRPr lang="en-US">
              <a:latin typeface="+mn-lt"/>
              <a:ea typeface="+mn-ea"/>
            </a:endParaRPr>
          </a:p>
        </p:txBody>
      </p:sp>
      <p:sp>
        <p:nvSpPr>
          <p:cNvPr id="2052" name="Title Placeholder 8"/>
          <p:cNvSpPr>
            <a:spLocks noGrp="1"/>
          </p:cNvSpPr>
          <p:nvPr>
            <p:ph type="title"/>
          </p:nvPr>
        </p:nvSpPr>
        <p:spPr bwMode="auto">
          <a:xfrm>
            <a:off x="457200" y="704850"/>
            <a:ext cx="8229600" cy="1143000"/>
          </a:xfrm>
          <a:prstGeom prst="rect">
            <a:avLst/>
          </a:prstGeom>
          <a:noFill/>
          <a:ln w="9525">
            <a:noFill/>
            <a:miter lim="800000"/>
            <a:headEnd/>
            <a:tailEnd/>
          </a:ln>
        </p:spPr>
        <p:txBody>
          <a:bodyPr vert="horz" wrap="square" lIns="0" tIns="45720" rIns="0" bIns="0" numCol="1" anchor="b" anchorCtr="0" compatLnSpc="1">
            <a:prstTxWarp prst="textNoShape">
              <a:avLst/>
            </a:prstTxWarp>
          </a:bodyPr>
          <a:lstStyle/>
          <a:p>
            <a:pPr lvl="0"/>
            <a:r>
              <a:rPr lang="en-US" altLang="zh-CN"/>
              <a:t>Click to edit Master title style</a:t>
            </a:r>
          </a:p>
        </p:txBody>
      </p:sp>
      <p:sp>
        <p:nvSpPr>
          <p:cNvPr id="2053" name="Text Placeholder 29"/>
          <p:cNvSpPr>
            <a:spLocks noGrp="1"/>
          </p:cNvSpPr>
          <p:nvPr>
            <p:ph type="body" idx="1"/>
          </p:nvPr>
        </p:nvSpPr>
        <p:spPr bwMode="auto">
          <a:xfrm>
            <a:off x="457200" y="1935163"/>
            <a:ext cx="8229600" cy="4389437"/>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en-US" altLang="zh-CN"/>
              <a:t>Click to edit Master text styles</a:t>
            </a:r>
          </a:p>
          <a:p>
            <a:pPr lvl="1"/>
            <a:r>
              <a:rPr lang="en-US" altLang="zh-CN"/>
              <a:t>Second level</a:t>
            </a:r>
          </a:p>
          <a:p>
            <a:pPr lvl="2"/>
            <a:r>
              <a:rPr lang="en-US" altLang="zh-CN"/>
              <a:t>Third level</a:t>
            </a:r>
          </a:p>
          <a:p>
            <a:pPr lvl="3"/>
            <a:r>
              <a:rPr lang="en-US" altLang="zh-CN"/>
              <a:t>Fourth level</a:t>
            </a:r>
          </a:p>
          <a:p>
            <a:pPr lvl="4"/>
            <a:r>
              <a:rPr lang="en-US" altLang="zh-CN"/>
              <a:t>Fifth level</a:t>
            </a:r>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pPr>
              <a:defRPr/>
            </a:pPr>
            <a:endParaRPr lang="en-US" altLang="zh-CN"/>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pPr>
              <a:defRPr/>
            </a:pPr>
            <a:endParaRPr lang="en-US" altLang="zh-CN"/>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smtClean="0">
                <a:solidFill>
                  <a:schemeClr val="tx2">
                    <a:shade val="90000"/>
                  </a:schemeClr>
                </a:solidFill>
              </a:defRPr>
            </a:lvl1pPr>
          </a:lstStyle>
          <a:p>
            <a:pPr>
              <a:defRPr/>
            </a:pPr>
            <a:fld id="{6ED09946-BC78-4E2A-932E-1FB7B7AB144C}" type="slidenum">
              <a:rPr lang="zh-CN" altLang="en-US"/>
              <a:pPr>
                <a:defRPr/>
              </a:pPr>
              <a:t>‹#›</a:t>
            </a:fld>
            <a:endParaRPr lang="en-US" altLang="zh-CN"/>
          </a:p>
        </p:txBody>
      </p:sp>
      <p:grpSp>
        <p:nvGrpSpPr>
          <p:cNvPr id="2057" name="Group 1"/>
          <p:cNvGrpSpPr>
            <a:grpSpLocks/>
          </p:cNvGrpSpPr>
          <p:nvPr/>
        </p:nvGrpSpPr>
        <p:grpSpPr bwMode="auto">
          <a:xfrm>
            <a:off x="-19050" y="203200"/>
            <a:ext cx="9180513" cy="647700"/>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a:lstStyle/>
            <a:p>
              <a:pPr>
                <a:defRPr/>
              </a:pPr>
              <a:endParaRPr lang="en-US"/>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a:lstStyle/>
            <a:p>
              <a:pPr>
                <a:defRPr/>
              </a:pPr>
              <a:endParaRPr lang="en-US"/>
            </a:p>
          </p:txBody>
        </p:sp>
      </p:grpSp>
    </p:spTree>
    <p:extLst>
      <p:ext uri="{BB962C8B-B14F-4D97-AF65-F5344CB8AC3E}">
        <p14:creationId xmlns:p14="http://schemas.microsoft.com/office/powerpoint/2010/main" val="1800395875"/>
      </p:ext>
    </p:extLst>
  </p:cSld>
  <p:clrMap bg1="lt1" tx1="dk1" bg2="lt2" tx2="dk2" accent1="accent1" accent2="accent2" accent3="accent3" accent4="accent4" accent5="accent5" accent6="accent6" hlink="hlink" folHlink="folHlink"/>
  <p:sldLayoutIdLst>
    <p:sldLayoutId id="2147483674" r:id="rId1"/>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hf hdr="0" ftr="0" dt="0"/>
  <p:txStyles>
    <p:titleStyle>
      <a:lvl1pPr algn="l" rtl="0" fontAlgn="base">
        <a:spcBef>
          <a:spcPct val="0"/>
        </a:spcBef>
        <a:spcAft>
          <a:spcPct val="0"/>
        </a:spcAft>
        <a:defRPr sz="5000" kern="1200">
          <a:solidFill>
            <a:schemeClr val="tx2"/>
          </a:solidFill>
          <a:latin typeface="+mj-lt"/>
          <a:ea typeface="+mj-ea"/>
          <a:cs typeface="+mj-cs"/>
        </a:defRPr>
      </a:lvl1pPr>
      <a:lvl2pPr algn="l" rtl="0" fontAlgn="base">
        <a:spcBef>
          <a:spcPct val="0"/>
        </a:spcBef>
        <a:spcAft>
          <a:spcPct val="0"/>
        </a:spcAft>
        <a:defRPr sz="5000">
          <a:solidFill>
            <a:schemeClr val="tx2"/>
          </a:solidFill>
          <a:latin typeface="Calibri" pitchFamily="34" charset="0"/>
        </a:defRPr>
      </a:lvl2pPr>
      <a:lvl3pPr algn="l" rtl="0" fontAlgn="base">
        <a:spcBef>
          <a:spcPct val="0"/>
        </a:spcBef>
        <a:spcAft>
          <a:spcPct val="0"/>
        </a:spcAft>
        <a:defRPr sz="5000">
          <a:solidFill>
            <a:schemeClr val="tx2"/>
          </a:solidFill>
          <a:latin typeface="Calibri" pitchFamily="34" charset="0"/>
        </a:defRPr>
      </a:lvl3pPr>
      <a:lvl4pPr algn="l" rtl="0" fontAlgn="base">
        <a:spcBef>
          <a:spcPct val="0"/>
        </a:spcBef>
        <a:spcAft>
          <a:spcPct val="0"/>
        </a:spcAft>
        <a:defRPr sz="5000">
          <a:solidFill>
            <a:schemeClr val="tx2"/>
          </a:solidFill>
          <a:latin typeface="Calibri" pitchFamily="34" charset="0"/>
        </a:defRPr>
      </a:lvl4pPr>
      <a:lvl5pPr algn="l" rtl="0" fontAlgn="base">
        <a:spcBef>
          <a:spcPct val="0"/>
        </a:spcBef>
        <a:spcAft>
          <a:spcPct val="0"/>
        </a:spcAft>
        <a:defRPr sz="5000">
          <a:solidFill>
            <a:schemeClr val="tx2"/>
          </a:solidFill>
          <a:latin typeface="Calibri" pitchFamily="34" charset="0"/>
        </a:defRPr>
      </a:lvl5pPr>
      <a:lvl6pPr marL="457200" algn="l" rtl="0" fontAlgn="base">
        <a:spcBef>
          <a:spcPct val="0"/>
        </a:spcBef>
        <a:spcAft>
          <a:spcPct val="0"/>
        </a:spcAft>
        <a:defRPr sz="5000">
          <a:solidFill>
            <a:schemeClr val="tx2"/>
          </a:solidFill>
          <a:latin typeface="Calibri" pitchFamily="34" charset="0"/>
        </a:defRPr>
      </a:lvl6pPr>
      <a:lvl7pPr marL="914400" algn="l" rtl="0" fontAlgn="base">
        <a:spcBef>
          <a:spcPct val="0"/>
        </a:spcBef>
        <a:spcAft>
          <a:spcPct val="0"/>
        </a:spcAft>
        <a:defRPr sz="5000">
          <a:solidFill>
            <a:schemeClr val="tx2"/>
          </a:solidFill>
          <a:latin typeface="Calibri" pitchFamily="34" charset="0"/>
        </a:defRPr>
      </a:lvl7pPr>
      <a:lvl8pPr marL="1371600" algn="l" rtl="0" fontAlgn="base">
        <a:spcBef>
          <a:spcPct val="0"/>
        </a:spcBef>
        <a:spcAft>
          <a:spcPct val="0"/>
        </a:spcAft>
        <a:defRPr sz="5000">
          <a:solidFill>
            <a:schemeClr val="tx2"/>
          </a:solidFill>
          <a:latin typeface="Calibri" pitchFamily="34" charset="0"/>
        </a:defRPr>
      </a:lvl8pPr>
      <a:lvl9pPr marL="1828800" algn="l" rtl="0" fontAlgn="base">
        <a:spcBef>
          <a:spcPct val="0"/>
        </a:spcBef>
        <a:spcAft>
          <a:spcPct val="0"/>
        </a:spcAft>
        <a:defRPr sz="5000">
          <a:solidFill>
            <a:schemeClr val="tx2"/>
          </a:solidFill>
          <a:latin typeface="Calibri" pitchFamily="34" charset="0"/>
        </a:defRPr>
      </a:lvl9pPr>
    </p:titleStyle>
    <p:bodyStyle>
      <a:lvl1pPr marL="273050" indent="-273050" algn="l" rtl="0" fontAlgn="base">
        <a:spcBef>
          <a:spcPct val="20000"/>
        </a:spcBef>
        <a:spcAft>
          <a:spcPct val="0"/>
        </a:spcAft>
        <a:buClr>
          <a:srgbClr val="0BD0D9"/>
        </a:buClr>
        <a:buSzPct val="95000"/>
        <a:buFont typeface="Wingdings 2" pitchFamily="18" charset="2"/>
        <a:buChar char=""/>
        <a:defRPr sz="2600" kern="1200">
          <a:solidFill>
            <a:schemeClr val="tx1"/>
          </a:solidFill>
          <a:latin typeface="+mn-lt"/>
          <a:ea typeface="+mn-ea"/>
          <a:cs typeface="+mn-cs"/>
        </a:defRPr>
      </a:lvl1pPr>
      <a:lvl2pPr marL="639763" indent="-246063" algn="l" rtl="0" fontAlgn="base">
        <a:spcBef>
          <a:spcPct val="20000"/>
        </a:spcBef>
        <a:spcAft>
          <a:spcPct val="0"/>
        </a:spcAft>
        <a:buClr>
          <a:schemeClr val="accent1"/>
        </a:buClr>
        <a:buSzPct val="85000"/>
        <a:buFont typeface="Wingdings 2" pitchFamily="18" charset="2"/>
        <a:buChar char=""/>
        <a:defRPr sz="2400" kern="1200">
          <a:solidFill>
            <a:schemeClr val="tx1"/>
          </a:solidFill>
          <a:latin typeface="+mn-lt"/>
          <a:ea typeface="+mn-ea"/>
          <a:cs typeface="+mn-cs"/>
        </a:defRPr>
      </a:lvl2pPr>
      <a:lvl3pPr marL="914400" indent="-246063" algn="l" rtl="0" fontAlgn="base">
        <a:spcBef>
          <a:spcPct val="20000"/>
        </a:spcBef>
        <a:spcAft>
          <a:spcPct val="0"/>
        </a:spcAft>
        <a:buClr>
          <a:schemeClr val="accent2"/>
        </a:buClr>
        <a:buSzPct val="70000"/>
        <a:buFont typeface="Wingdings 2" pitchFamily="18" charset="2"/>
        <a:buChar char=""/>
        <a:defRPr sz="2100" kern="1200">
          <a:solidFill>
            <a:schemeClr val="tx1"/>
          </a:solidFill>
          <a:latin typeface="+mn-lt"/>
          <a:ea typeface="+mn-ea"/>
          <a:cs typeface="+mn-cs"/>
        </a:defRPr>
      </a:lvl3pPr>
      <a:lvl4pPr marL="1187450" indent="-209550" algn="l" rtl="0" fontAlgn="base">
        <a:spcBef>
          <a:spcPct val="20000"/>
        </a:spcBef>
        <a:spcAft>
          <a:spcPct val="0"/>
        </a:spcAft>
        <a:buClr>
          <a:srgbClr val="0BD0D9"/>
        </a:buClr>
        <a:buSzPct val="65000"/>
        <a:buFont typeface="Wingdings 2" pitchFamily="18" charset="2"/>
        <a:buChar char=""/>
        <a:defRPr sz="2000" kern="1200">
          <a:solidFill>
            <a:schemeClr val="tx1"/>
          </a:solidFill>
          <a:latin typeface="+mn-lt"/>
          <a:ea typeface="+mn-ea"/>
          <a:cs typeface="+mn-cs"/>
        </a:defRPr>
      </a:lvl4pPr>
      <a:lvl5pPr marL="1462088" indent="-209550" algn="l" rtl="0" fontAlgn="base">
        <a:spcBef>
          <a:spcPct val="20000"/>
        </a:spcBef>
        <a:spcAft>
          <a:spcPct val="0"/>
        </a:spcAft>
        <a:buClr>
          <a:srgbClr val="10CF9B"/>
        </a:buClr>
        <a:buSzPct val="65000"/>
        <a:buFont typeface="Wingdings 2" pitchFamily="18" charset="2"/>
        <a:buChar char=""/>
        <a:defRPr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4.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customXml" Target="../ink/ink1.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 Id="rId4" Type="http://schemas.openxmlformats.org/officeDocument/2006/relationships/image" Target="../media/image14.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E481C202-0297-4E7C-BF96-29D9D5E091BC}"/>
              </a:ext>
            </a:extLst>
          </p:cNvPr>
          <p:cNvSpPr>
            <a:spLocks noGrp="1"/>
          </p:cNvSpPr>
          <p:nvPr>
            <p:ph type="ctrTitle"/>
          </p:nvPr>
        </p:nvSpPr>
        <p:spPr>
          <a:xfrm>
            <a:off x="533400" y="1340768"/>
            <a:ext cx="7560840" cy="2507704"/>
          </a:xfrm>
        </p:spPr>
        <p:txBody>
          <a:bodyPr>
            <a:normAutofit fontScale="90000"/>
          </a:bodyPr>
          <a:lstStyle/>
          <a:p>
            <a:pPr algn="ctr"/>
            <a:r>
              <a:rPr lang="zh-CN" altLang="en-US" dirty="0">
                <a:latin typeface="黑体" pitchFamily="2" charset="-122"/>
                <a:ea typeface="黑体" pitchFamily="2" charset="-122"/>
              </a:rPr>
              <a:t>第</a:t>
            </a:r>
            <a:r>
              <a:rPr lang="en-US" altLang="zh-CN" dirty="0">
                <a:latin typeface="黑体" pitchFamily="2" charset="-122"/>
                <a:ea typeface="黑体" pitchFamily="2" charset="-122"/>
              </a:rPr>
              <a:t>2</a:t>
            </a:r>
            <a:r>
              <a:rPr lang="zh-CN" altLang="en-US" dirty="0">
                <a:latin typeface="黑体" pitchFamily="2" charset="-122"/>
                <a:ea typeface="黑体" pitchFamily="2" charset="-122"/>
              </a:rPr>
              <a:t>章 基本数据类型及其运算</a:t>
            </a:r>
            <a:r>
              <a:rPr lang="en-US" altLang="zh-CN" dirty="0">
                <a:latin typeface="黑体" pitchFamily="2" charset="-122"/>
                <a:ea typeface="黑体" pitchFamily="2" charset="-122"/>
              </a:rPr>
              <a:t>(I</a:t>
            </a:r>
            <a:r>
              <a:rPr lang="zh-CN" altLang="en-US" dirty="0">
                <a:latin typeface="黑体" pitchFamily="2" charset="-122"/>
                <a:ea typeface="黑体" pitchFamily="2" charset="-122"/>
              </a:rPr>
              <a:t>）</a:t>
            </a:r>
            <a:br>
              <a:rPr lang="zh-CN" altLang="en-US" dirty="0"/>
            </a:br>
            <a:endParaRPr lang="zh-CN" altLang="en-US" dirty="0"/>
          </a:p>
        </p:txBody>
      </p:sp>
    </p:spTree>
    <p:extLst>
      <p:ext uri="{BB962C8B-B14F-4D97-AF65-F5344CB8AC3E}">
        <p14:creationId xmlns:p14="http://schemas.microsoft.com/office/powerpoint/2010/main" val="115923404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2626" name="Rectangle 2"/>
          <p:cNvSpPr>
            <a:spLocks noGrp="1" noChangeArrowheads="1"/>
          </p:cNvSpPr>
          <p:nvPr>
            <p:ph type="title"/>
          </p:nvPr>
        </p:nvSpPr>
        <p:spPr>
          <a:xfrm>
            <a:off x="-180528" y="228600"/>
            <a:ext cx="8610600" cy="931849"/>
          </a:xfrm>
        </p:spPr>
        <p:txBody>
          <a:bodyPr>
            <a:normAutofit/>
          </a:bodyPr>
          <a:lstStyle/>
          <a:p>
            <a:pPr algn="ctr"/>
            <a:r>
              <a:rPr lang="zh-CN" altLang="en-US" sz="4400" b="1" dirty="0">
                <a:solidFill>
                  <a:schemeClr val="tx1"/>
                </a:solidFill>
                <a:latin typeface="黑体" pitchFamily="2" charset="-122"/>
                <a:ea typeface="黑体" pitchFamily="2" charset="-122"/>
              </a:rPr>
              <a:t>学习目标</a:t>
            </a:r>
          </a:p>
        </p:txBody>
      </p:sp>
      <p:sp>
        <p:nvSpPr>
          <p:cNvPr id="282627" name="Rectangle 3"/>
          <p:cNvSpPr>
            <a:spLocks noGrp="1" noChangeArrowheads="1"/>
          </p:cNvSpPr>
          <p:nvPr>
            <p:ph idx="1"/>
          </p:nvPr>
        </p:nvSpPr>
        <p:spPr>
          <a:xfrm>
            <a:off x="323528" y="1556792"/>
            <a:ext cx="7416800" cy="4881576"/>
          </a:xfrm>
        </p:spPr>
        <p:txBody>
          <a:bodyPr>
            <a:normAutofit/>
          </a:bodyPr>
          <a:lstStyle/>
          <a:p>
            <a:pPr marL="0" indent="0">
              <a:buFont typeface="Monotype Sorts" pitchFamily="2" charset="2"/>
              <a:buNone/>
            </a:pPr>
            <a:r>
              <a:rPr lang="en-US" altLang="zh-CN" sz="2800" b="1" dirty="0"/>
              <a:t>1</a:t>
            </a:r>
            <a:r>
              <a:rPr lang="zh-CN" altLang="en-US" sz="2800" b="1" dirty="0"/>
              <a:t>、掌握基本数据类型的表示，基本数据类型常数的书写方法；</a:t>
            </a:r>
          </a:p>
          <a:p>
            <a:pPr marL="0" indent="0">
              <a:buFont typeface="Monotype Sorts" pitchFamily="2" charset="2"/>
              <a:buNone/>
            </a:pPr>
            <a:r>
              <a:rPr lang="en-US" altLang="zh-CN" sz="2800" b="1" dirty="0"/>
              <a:t>2</a:t>
            </a:r>
            <a:r>
              <a:rPr lang="zh-CN" altLang="en-US" sz="2800" b="1" dirty="0"/>
              <a:t>、掌握算术运算、关系运算、逻辑运算、赋值运算等运算的意义；</a:t>
            </a:r>
          </a:p>
          <a:p>
            <a:pPr marL="0" indent="0">
              <a:buFont typeface="Monotype Sorts" pitchFamily="2" charset="2"/>
              <a:buNone/>
            </a:pPr>
            <a:r>
              <a:rPr lang="en-US" altLang="zh-CN" sz="2800" b="1" dirty="0"/>
              <a:t>3</a:t>
            </a:r>
            <a:r>
              <a:rPr lang="zh-CN" altLang="en-US" sz="2800" b="1" dirty="0"/>
              <a:t>、掌握表达式的书写方法；</a:t>
            </a:r>
          </a:p>
          <a:p>
            <a:pPr marL="0" indent="0">
              <a:buFont typeface="Monotype Sorts" pitchFamily="2" charset="2"/>
              <a:buNone/>
            </a:pPr>
            <a:r>
              <a:rPr lang="en-US" altLang="zh-CN" sz="2800" b="1" dirty="0"/>
              <a:t>4</a:t>
            </a:r>
            <a:r>
              <a:rPr lang="zh-CN" altLang="en-US" sz="2800" b="1" dirty="0"/>
              <a:t>、了解单个字符输入输出方法，掌握整数、浮点数、字符、字符串的格式输入和格式输出方法。</a:t>
            </a:r>
          </a:p>
        </p:txBody>
      </p:sp>
      <p:sp>
        <p:nvSpPr>
          <p:cNvPr id="6" name="灯片编号占位符 5"/>
          <p:cNvSpPr>
            <a:spLocks noGrp="1"/>
          </p:cNvSpPr>
          <p:nvPr>
            <p:ph type="sldNum" sz="quarter" idx="12"/>
          </p:nvPr>
        </p:nvSpPr>
        <p:spPr/>
        <p:txBody>
          <a:bodyPr/>
          <a:lstStyle/>
          <a:p>
            <a:fld id="{54544D4D-F670-4D7C-9E64-FFCCB6555BB1}" type="slidenum">
              <a:rPr lang="en-US" altLang="zh-CN"/>
              <a:pPr/>
              <a:t>2</a:t>
            </a:fld>
            <a:endParaRPr lang="en-US" altLang="zh-CN"/>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2820" name="Rectangle 4"/>
          <p:cNvSpPr>
            <a:spLocks noGrp="1" noChangeArrowheads="1"/>
          </p:cNvSpPr>
          <p:nvPr>
            <p:ph type="title"/>
          </p:nvPr>
        </p:nvSpPr>
        <p:spPr>
          <a:xfrm>
            <a:off x="609600" y="304800"/>
            <a:ext cx="8001000" cy="838200"/>
          </a:xfrm>
        </p:spPr>
        <p:txBody>
          <a:bodyPr>
            <a:normAutofit/>
          </a:bodyPr>
          <a:lstStyle/>
          <a:p>
            <a:r>
              <a:rPr lang="en-US" altLang="zh-CN" sz="3600" dirty="0">
                <a:solidFill>
                  <a:schemeClr val="tx1"/>
                </a:solidFill>
                <a:latin typeface="黑体" pitchFamily="2" charset="-122"/>
                <a:ea typeface="黑体" pitchFamily="2" charset="-122"/>
              </a:rPr>
              <a:t>2.1</a:t>
            </a:r>
            <a:r>
              <a:rPr lang="en-US" altLang="zh-CN" sz="4400" dirty="0">
                <a:solidFill>
                  <a:schemeClr val="tx1"/>
                </a:solidFill>
                <a:latin typeface="黑体" pitchFamily="2" charset="-122"/>
                <a:ea typeface="黑体" pitchFamily="2" charset="-122"/>
              </a:rPr>
              <a:t> </a:t>
            </a:r>
            <a:r>
              <a:rPr lang="zh-CN" altLang="en-US" sz="4400" dirty="0">
                <a:solidFill>
                  <a:schemeClr val="tx1"/>
                </a:solidFill>
                <a:latin typeface="黑体" pitchFamily="2" charset="-122"/>
                <a:ea typeface="黑体" pitchFamily="2" charset="-122"/>
              </a:rPr>
              <a:t>基本数据类型</a:t>
            </a:r>
          </a:p>
        </p:txBody>
      </p:sp>
      <p:sp>
        <p:nvSpPr>
          <p:cNvPr id="162821" name="Rectangle 5"/>
          <p:cNvSpPr>
            <a:spLocks noGrp="1" noChangeArrowheads="1"/>
          </p:cNvSpPr>
          <p:nvPr>
            <p:ph idx="1"/>
          </p:nvPr>
        </p:nvSpPr>
        <p:spPr>
          <a:xfrm>
            <a:off x="457200" y="1219200"/>
            <a:ext cx="8291513" cy="5162550"/>
          </a:xfrm>
        </p:spPr>
        <p:txBody>
          <a:bodyPr>
            <a:noAutofit/>
          </a:bodyPr>
          <a:lstStyle/>
          <a:p>
            <a:pPr marL="0" indent="0" algn="just"/>
            <a:r>
              <a:rPr lang="zh-CN" altLang="en-US" sz="3200" b="1" dirty="0">
                <a:latin typeface="楷体_GB2312" pitchFamily="49" charset="-122"/>
                <a:ea typeface="楷体_GB2312" pitchFamily="49" charset="-122"/>
              </a:rPr>
              <a:t> 基本数据类型有三种：</a:t>
            </a:r>
          </a:p>
          <a:p>
            <a:pPr marL="365760" lvl="1" indent="0" algn="just"/>
            <a:r>
              <a:rPr lang="zh-CN" altLang="en-US" sz="3000" b="1" dirty="0">
                <a:latin typeface="楷体_GB2312" pitchFamily="49" charset="-122"/>
                <a:ea typeface="楷体_GB2312" pitchFamily="49" charset="-122"/>
              </a:rPr>
              <a:t> 整数</a:t>
            </a:r>
            <a:endParaRPr lang="en-US" altLang="zh-CN" sz="3000" b="1" dirty="0">
              <a:latin typeface="楷体_GB2312" pitchFamily="49" charset="-122"/>
              <a:ea typeface="楷体_GB2312" pitchFamily="49" charset="-122"/>
            </a:endParaRPr>
          </a:p>
          <a:p>
            <a:pPr marL="365760" lvl="1" indent="0" algn="just"/>
            <a:r>
              <a:rPr lang="zh-CN" altLang="en-US" sz="3000" b="1" dirty="0">
                <a:latin typeface="楷体_GB2312" pitchFamily="49" charset="-122"/>
                <a:ea typeface="楷体_GB2312" pitchFamily="49" charset="-122"/>
              </a:rPr>
              <a:t> 浮点数 </a:t>
            </a:r>
            <a:r>
              <a:rPr lang="en-US" altLang="zh-CN" sz="3000" b="1" dirty="0">
                <a:latin typeface="楷体_GB2312" pitchFamily="49" charset="-122"/>
                <a:ea typeface="楷体_GB2312" pitchFamily="49" charset="-122"/>
              </a:rPr>
              <a:t>(</a:t>
            </a:r>
            <a:r>
              <a:rPr lang="zh-CN" altLang="en-US" sz="3000" b="1" dirty="0">
                <a:latin typeface="楷体_GB2312" pitchFamily="49" charset="-122"/>
                <a:ea typeface="楷体_GB2312" pitchFamily="49" charset="-122"/>
              </a:rPr>
              <a:t>实数</a:t>
            </a:r>
            <a:r>
              <a:rPr lang="en-US" altLang="zh-CN" sz="3000" b="1" dirty="0">
                <a:latin typeface="楷体_GB2312" pitchFamily="49" charset="-122"/>
                <a:ea typeface="楷体_GB2312" pitchFamily="49" charset="-122"/>
              </a:rPr>
              <a:t>)</a:t>
            </a:r>
          </a:p>
          <a:p>
            <a:pPr marL="365760" lvl="1" indent="0" algn="just"/>
            <a:r>
              <a:rPr lang="zh-CN" altLang="en-US" sz="3000" b="1" dirty="0">
                <a:latin typeface="楷体_GB2312" pitchFamily="49" charset="-122"/>
                <a:ea typeface="楷体_GB2312" pitchFamily="49" charset="-122"/>
              </a:rPr>
              <a:t> 字符</a:t>
            </a:r>
          </a:p>
          <a:p>
            <a:pPr marL="0" indent="0" algn="just">
              <a:buFont typeface="Monotype Sorts" pitchFamily="2" charset="2"/>
              <a:buNone/>
            </a:pPr>
            <a:endParaRPr lang="zh-CN" altLang="en-US" sz="3200" b="1" dirty="0">
              <a:latin typeface="楷体_GB2312" pitchFamily="49" charset="-122"/>
              <a:ea typeface="楷体_GB2312" pitchFamily="49" charset="-122"/>
            </a:endParaRPr>
          </a:p>
          <a:p>
            <a:pPr marL="0" indent="0" algn="just"/>
            <a:r>
              <a:rPr lang="zh-CN" altLang="en-US" sz="3200" b="1" dirty="0">
                <a:latin typeface="楷体_GB2312" pitchFamily="49" charset="-122"/>
                <a:ea typeface="楷体_GB2312" pitchFamily="49" charset="-122"/>
              </a:rPr>
              <a:t> 有无穷多的不同整数、浮点数、字符，但计算机只能用有限的二进位表示不同的数据。所以，</a:t>
            </a:r>
            <a:r>
              <a:rPr lang="zh-CN" altLang="en-US" sz="3200" b="1" dirty="0">
                <a:solidFill>
                  <a:srgbClr val="C00000"/>
                </a:solidFill>
                <a:effectLst>
                  <a:outerShdw blurRad="38100" dist="38100" dir="2700000" algn="tl">
                    <a:srgbClr val="000000"/>
                  </a:outerShdw>
                </a:effectLst>
                <a:latin typeface="楷体_GB2312" pitchFamily="49" charset="-122"/>
                <a:ea typeface="楷体_GB2312" pitchFamily="49" charset="-122"/>
              </a:rPr>
              <a:t>计算机只能表示有限的整数、有限的浮点数和有限的字符 </a:t>
            </a:r>
          </a:p>
        </p:txBody>
      </p:sp>
      <p:sp>
        <p:nvSpPr>
          <p:cNvPr id="6" name="灯片编号占位符 5"/>
          <p:cNvSpPr>
            <a:spLocks noGrp="1"/>
          </p:cNvSpPr>
          <p:nvPr>
            <p:ph type="sldNum" sz="quarter" idx="12"/>
          </p:nvPr>
        </p:nvSpPr>
        <p:spPr/>
        <p:txBody>
          <a:bodyPr/>
          <a:lstStyle/>
          <a:p>
            <a:fld id="{765E8B5B-C74B-48D9-A7E3-DF2A0753620D}" type="slidenum">
              <a:rPr lang="en-US" altLang="zh-CN"/>
              <a:pPr/>
              <a:t>3</a:t>
            </a:fld>
            <a:endParaRPr lang="en-US" altLang="zh-CN"/>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0018" name="Rectangle 2"/>
          <p:cNvSpPr>
            <a:spLocks noGrp="1" noChangeArrowheads="1"/>
          </p:cNvSpPr>
          <p:nvPr>
            <p:ph type="title"/>
          </p:nvPr>
        </p:nvSpPr>
        <p:spPr>
          <a:xfrm>
            <a:off x="611188" y="333375"/>
            <a:ext cx="7999412" cy="809625"/>
          </a:xfrm>
        </p:spPr>
        <p:txBody>
          <a:bodyPr>
            <a:normAutofit/>
          </a:bodyPr>
          <a:lstStyle/>
          <a:p>
            <a:r>
              <a:rPr lang="zh-CN" altLang="en-US" sz="4400" b="1" dirty="0">
                <a:solidFill>
                  <a:schemeClr val="tx1"/>
                </a:solidFill>
                <a:latin typeface="黑体" pitchFamily="2" charset="-122"/>
                <a:ea typeface="黑体" pitchFamily="2" charset="-122"/>
              </a:rPr>
              <a:t>整型数据</a:t>
            </a:r>
          </a:p>
        </p:txBody>
      </p:sp>
      <p:sp>
        <p:nvSpPr>
          <p:cNvPr id="470019" name="Rectangle 3"/>
          <p:cNvSpPr>
            <a:spLocks noGrp="1" noChangeArrowheads="1"/>
          </p:cNvSpPr>
          <p:nvPr>
            <p:ph idx="1"/>
          </p:nvPr>
        </p:nvSpPr>
        <p:spPr>
          <a:xfrm>
            <a:off x="457200" y="1219200"/>
            <a:ext cx="8291513" cy="5162550"/>
          </a:xfrm>
        </p:spPr>
        <p:txBody>
          <a:bodyPr/>
          <a:lstStyle/>
          <a:p>
            <a:pPr marL="457200" indent="-457200" algn="just">
              <a:lnSpc>
                <a:spcPct val="90000"/>
              </a:lnSpc>
            </a:pPr>
            <a:r>
              <a:rPr lang="zh-CN" altLang="en-US" sz="3200" b="1" dirty="0">
                <a:effectLst>
                  <a:outerShdw blurRad="38100" dist="38100" dir="2700000" algn="tl">
                    <a:srgbClr val="000000"/>
                  </a:outerShdw>
                </a:effectLst>
                <a:sym typeface="Wingdings" pitchFamily="2" charset="2"/>
              </a:rPr>
              <a:t> </a:t>
            </a:r>
            <a:r>
              <a:rPr lang="zh-CN" altLang="en-US" sz="3200" b="1" dirty="0">
                <a:sym typeface="Wingdings" pitchFamily="2" charset="2"/>
              </a:rPr>
              <a:t>整数是不带</a:t>
            </a:r>
            <a:r>
              <a:rPr lang="zh-CN" altLang="en-US" sz="3200" b="1" dirty="0">
                <a:highlight>
                  <a:srgbClr val="FFFF00"/>
                </a:highlight>
                <a:sym typeface="Wingdings" pitchFamily="2" charset="2"/>
              </a:rPr>
              <a:t>小数点</a:t>
            </a:r>
            <a:r>
              <a:rPr lang="zh-CN" altLang="en-US" sz="3200" b="1" dirty="0">
                <a:sym typeface="Wingdings" pitchFamily="2" charset="2"/>
              </a:rPr>
              <a:t>和</a:t>
            </a:r>
            <a:r>
              <a:rPr lang="zh-CN" altLang="en-US" sz="3200" b="1" dirty="0">
                <a:highlight>
                  <a:srgbClr val="FFFF00"/>
                </a:highlight>
                <a:sym typeface="Wingdings" pitchFamily="2" charset="2"/>
              </a:rPr>
              <a:t>指数符号</a:t>
            </a:r>
            <a:r>
              <a:rPr lang="zh-CN" altLang="en-US" sz="3200" b="1" dirty="0">
                <a:sym typeface="Wingdings" pitchFamily="2" charset="2"/>
              </a:rPr>
              <a:t>的数据</a:t>
            </a:r>
            <a:r>
              <a:rPr lang="zh-CN" altLang="en-US" sz="3200" dirty="0">
                <a:sym typeface="Wingdings" pitchFamily="2" charset="2"/>
              </a:rPr>
              <a:t> </a:t>
            </a:r>
            <a:endParaRPr lang="zh-CN" altLang="en-US" sz="4000" b="1" dirty="0">
              <a:solidFill>
                <a:srgbClr val="CC0000"/>
              </a:solidFill>
              <a:latin typeface="宋体" pitchFamily="2" charset="-122"/>
              <a:sym typeface="Wingdings" pitchFamily="2" charset="2"/>
            </a:endParaRPr>
          </a:p>
          <a:p>
            <a:pPr marL="457200" indent="-457200" algn="just">
              <a:lnSpc>
                <a:spcPct val="90000"/>
              </a:lnSpc>
            </a:pPr>
            <a:r>
              <a:rPr lang="zh-CN" altLang="en-US" sz="3200" b="1" dirty="0">
                <a:latin typeface="宋体" pitchFamily="2" charset="-122"/>
              </a:rPr>
              <a:t>整型数据按其数值范围划分成三种：</a:t>
            </a:r>
          </a:p>
          <a:p>
            <a:pPr marL="457200" indent="-457200" algn="just">
              <a:lnSpc>
                <a:spcPct val="90000"/>
              </a:lnSpc>
              <a:buFont typeface="Monotype Sorts" pitchFamily="2" charset="2"/>
              <a:buNone/>
            </a:pPr>
            <a:r>
              <a:rPr lang="en-US" altLang="zh-CN" b="1" dirty="0">
                <a:latin typeface="宋体" pitchFamily="2" charset="-122"/>
              </a:rPr>
              <a:t>1.</a:t>
            </a:r>
            <a:r>
              <a:rPr lang="zh-CN" altLang="en-US" b="1" dirty="0">
                <a:latin typeface="宋体" pitchFamily="2" charset="-122"/>
              </a:rPr>
              <a:t>基本型：用 </a:t>
            </a:r>
            <a:r>
              <a:rPr lang="en-US" altLang="zh-CN" b="1" dirty="0" err="1">
                <a:latin typeface="宋体" pitchFamily="2" charset="-122"/>
              </a:rPr>
              <a:t>int</a:t>
            </a:r>
            <a:r>
              <a:rPr lang="en-US" altLang="zh-CN" b="1" dirty="0">
                <a:latin typeface="宋体" pitchFamily="2" charset="-122"/>
              </a:rPr>
              <a:t> </a:t>
            </a:r>
            <a:r>
              <a:rPr lang="zh-CN" altLang="en-US" b="1" dirty="0">
                <a:latin typeface="宋体" pitchFamily="2" charset="-122"/>
              </a:rPr>
              <a:t>标记</a:t>
            </a:r>
          </a:p>
          <a:p>
            <a:pPr marL="457200" indent="-457200" algn="just">
              <a:lnSpc>
                <a:spcPct val="90000"/>
              </a:lnSpc>
              <a:buFont typeface="Monotype Sorts" pitchFamily="2" charset="2"/>
              <a:buNone/>
            </a:pPr>
            <a:r>
              <a:rPr lang="en-US" altLang="zh-CN" b="1" dirty="0">
                <a:latin typeface="宋体" pitchFamily="2" charset="-122"/>
              </a:rPr>
              <a:t>2.</a:t>
            </a:r>
            <a:r>
              <a:rPr lang="zh-CN" altLang="en-US" b="1" dirty="0">
                <a:latin typeface="宋体" pitchFamily="2" charset="-122"/>
              </a:rPr>
              <a:t>短整型：用 </a:t>
            </a:r>
            <a:r>
              <a:rPr lang="en-US" altLang="zh-CN" b="1" dirty="0">
                <a:latin typeface="宋体" pitchFamily="2" charset="-122"/>
              </a:rPr>
              <a:t>short </a:t>
            </a:r>
            <a:r>
              <a:rPr lang="en-US" altLang="zh-CN" b="1" dirty="0" err="1">
                <a:latin typeface="宋体" pitchFamily="2" charset="-122"/>
              </a:rPr>
              <a:t>int</a:t>
            </a:r>
            <a:r>
              <a:rPr lang="en-US" altLang="zh-CN" b="1" dirty="0">
                <a:latin typeface="宋体" pitchFamily="2" charset="-122"/>
              </a:rPr>
              <a:t> </a:t>
            </a:r>
            <a:r>
              <a:rPr lang="zh-CN" altLang="en-US" b="1" dirty="0">
                <a:latin typeface="宋体" pitchFamily="2" charset="-122"/>
              </a:rPr>
              <a:t>标记，简写为 </a:t>
            </a:r>
            <a:r>
              <a:rPr lang="en-US" altLang="zh-CN" b="1" dirty="0">
                <a:latin typeface="宋体" pitchFamily="2" charset="-122"/>
              </a:rPr>
              <a:t>short</a:t>
            </a:r>
          </a:p>
          <a:p>
            <a:pPr marL="457200" indent="-457200" algn="just">
              <a:lnSpc>
                <a:spcPct val="90000"/>
              </a:lnSpc>
              <a:buFont typeface="Monotype Sorts" pitchFamily="2" charset="2"/>
              <a:buNone/>
            </a:pPr>
            <a:r>
              <a:rPr lang="en-US" altLang="zh-CN" b="1" dirty="0">
                <a:latin typeface="宋体" pitchFamily="2" charset="-122"/>
              </a:rPr>
              <a:t>3.</a:t>
            </a:r>
            <a:r>
              <a:rPr lang="zh-CN" altLang="en-US" b="1" dirty="0">
                <a:latin typeface="宋体" pitchFamily="2" charset="-122"/>
              </a:rPr>
              <a:t>长整型：用 </a:t>
            </a:r>
            <a:r>
              <a:rPr lang="en-US" altLang="zh-CN" b="1" dirty="0">
                <a:latin typeface="宋体" pitchFamily="2" charset="-122"/>
              </a:rPr>
              <a:t>long </a:t>
            </a:r>
            <a:r>
              <a:rPr lang="en-US" altLang="zh-CN" b="1" dirty="0" err="1">
                <a:latin typeface="宋体" pitchFamily="2" charset="-122"/>
              </a:rPr>
              <a:t>int</a:t>
            </a:r>
            <a:r>
              <a:rPr lang="en-US" altLang="zh-CN" b="1" dirty="0">
                <a:latin typeface="宋体" pitchFamily="2" charset="-122"/>
              </a:rPr>
              <a:t>  </a:t>
            </a:r>
            <a:r>
              <a:rPr lang="zh-CN" altLang="en-US" b="1" dirty="0">
                <a:latin typeface="宋体" pitchFamily="2" charset="-122"/>
              </a:rPr>
              <a:t>标记，简写为 </a:t>
            </a:r>
            <a:r>
              <a:rPr lang="en-US" altLang="zh-CN" b="1" dirty="0">
                <a:latin typeface="宋体" pitchFamily="2" charset="-122"/>
              </a:rPr>
              <a:t>long</a:t>
            </a:r>
            <a:endParaRPr lang="en-US" altLang="zh-CN" sz="3200" b="1" dirty="0">
              <a:latin typeface="宋体" pitchFamily="2" charset="-122"/>
            </a:endParaRPr>
          </a:p>
          <a:p>
            <a:pPr marL="457200" indent="-457200" algn="just">
              <a:lnSpc>
                <a:spcPct val="90000"/>
              </a:lnSpc>
            </a:pPr>
            <a:r>
              <a:rPr lang="zh-CN" altLang="en-US" sz="3200" b="1" dirty="0">
                <a:latin typeface="宋体" pitchFamily="2" charset="-122"/>
              </a:rPr>
              <a:t>按值内部的最高位不同理解又分两类：</a:t>
            </a:r>
          </a:p>
          <a:p>
            <a:pPr marL="457200" indent="-457200" algn="just">
              <a:lnSpc>
                <a:spcPct val="90000"/>
              </a:lnSpc>
              <a:buFont typeface="Monotype Sorts" pitchFamily="2" charset="2"/>
              <a:buNone/>
            </a:pPr>
            <a:r>
              <a:rPr lang="en-US" altLang="zh-CN" b="1" dirty="0">
                <a:latin typeface="宋体" pitchFamily="2" charset="-122"/>
              </a:rPr>
              <a:t>1.</a:t>
            </a:r>
            <a:r>
              <a:rPr lang="zh-CN" altLang="en-US" b="1" dirty="0">
                <a:latin typeface="宋体" pitchFamily="2" charset="-122"/>
              </a:rPr>
              <a:t>带符号（隐含的）：存储单元最高位作为符号位</a:t>
            </a:r>
          </a:p>
          <a:p>
            <a:pPr marL="457200" indent="-457200" algn="just">
              <a:lnSpc>
                <a:spcPct val="90000"/>
              </a:lnSpc>
              <a:buFont typeface="Monotype Sorts" pitchFamily="2" charset="2"/>
              <a:buNone/>
            </a:pPr>
            <a:r>
              <a:rPr lang="en-US" altLang="zh-CN" b="1" dirty="0">
                <a:latin typeface="宋体" pitchFamily="2" charset="-122"/>
              </a:rPr>
              <a:t>2.</a:t>
            </a:r>
            <a:r>
              <a:rPr lang="zh-CN" altLang="en-US" b="1" dirty="0">
                <a:latin typeface="宋体" pitchFamily="2" charset="-122"/>
              </a:rPr>
              <a:t>不带符号：存储单元中全部二进位用作存放数据本身，而没有符号位。</a:t>
            </a:r>
          </a:p>
          <a:p>
            <a:pPr marL="457200" indent="-457200" algn="just">
              <a:lnSpc>
                <a:spcPct val="90000"/>
              </a:lnSpc>
              <a:buFont typeface="Monotype Sorts" pitchFamily="2" charset="2"/>
              <a:buNone/>
            </a:pPr>
            <a:r>
              <a:rPr lang="zh-CN" altLang="en-US" b="1" dirty="0">
                <a:latin typeface="宋体" pitchFamily="2" charset="-122"/>
              </a:rPr>
              <a:t>  表示方法：</a:t>
            </a:r>
            <a:r>
              <a:rPr lang="zh-CN" altLang="en-US" b="1" dirty="0">
                <a:latin typeface="Times New Roman" pitchFamily="18" charset="0"/>
              </a:rPr>
              <a:t> </a:t>
            </a:r>
            <a:r>
              <a:rPr lang="en-US" altLang="zh-CN" b="1" dirty="0">
                <a:latin typeface="宋体" pitchFamily="2" charset="-122"/>
              </a:rPr>
              <a:t>unsigned </a:t>
            </a:r>
            <a:r>
              <a:rPr lang="en-US" altLang="zh-CN" b="1" dirty="0" err="1">
                <a:latin typeface="宋体" pitchFamily="2" charset="-122"/>
              </a:rPr>
              <a:t>int</a:t>
            </a:r>
            <a:r>
              <a:rPr lang="zh-CN" altLang="en-US" b="1" dirty="0">
                <a:latin typeface="宋体" pitchFamily="2" charset="-122"/>
              </a:rPr>
              <a:t>、 </a:t>
            </a:r>
            <a:r>
              <a:rPr lang="en-US" altLang="zh-CN" b="1" dirty="0">
                <a:latin typeface="宋体" pitchFamily="2" charset="-122"/>
              </a:rPr>
              <a:t>unsigned short</a:t>
            </a:r>
            <a:r>
              <a:rPr lang="zh-CN" altLang="en-US" b="1" dirty="0">
                <a:latin typeface="宋体" pitchFamily="2" charset="-122"/>
              </a:rPr>
              <a:t>、 </a:t>
            </a:r>
            <a:r>
              <a:rPr lang="en-US" altLang="zh-CN" b="1" dirty="0">
                <a:latin typeface="宋体" pitchFamily="2" charset="-122"/>
              </a:rPr>
              <a:t>unsigned long</a:t>
            </a:r>
          </a:p>
        </p:txBody>
      </p:sp>
      <p:sp>
        <p:nvSpPr>
          <p:cNvPr id="6" name="灯片编号占位符 5"/>
          <p:cNvSpPr>
            <a:spLocks noGrp="1"/>
          </p:cNvSpPr>
          <p:nvPr>
            <p:ph type="sldNum" sz="quarter" idx="12"/>
          </p:nvPr>
        </p:nvSpPr>
        <p:spPr/>
        <p:txBody>
          <a:bodyPr/>
          <a:lstStyle/>
          <a:p>
            <a:fld id="{A839A2FE-7806-4E6A-963F-EE182AF20B9C}" type="slidenum">
              <a:rPr lang="en-US" altLang="zh-CN"/>
              <a:pPr/>
              <a:t>4</a:t>
            </a:fld>
            <a:endParaRPr lang="en-US" altLang="zh-CN"/>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4867" name="Rectangle 3"/>
          <p:cNvSpPr>
            <a:spLocks noGrp="1" noChangeArrowheads="1"/>
          </p:cNvSpPr>
          <p:nvPr>
            <p:ph type="title"/>
          </p:nvPr>
        </p:nvSpPr>
        <p:spPr>
          <a:xfrm>
            <a:off x="395288" y="404813"/>
            <a:ext cx="8448675" cy="915987"/>
          </a:xfrm>
        </p:spPr>
        <p:txBody>
          <a:bodyPr/>
          <a:lstStyle/>
          <a:p>
            <a:r>
              <a:rPr lang="zh-CN" altLang="en-US" sz="3200" b="1" dirty="0">
                <a:solidFill>
                  <a:srgbClr val="CC0000"/>
                </a:solidFill>
                <a:latin typeface="+mn-ea"/>
                <a:ea typeface="+mn-ea"/>
              </a:rPr>
              <a:t>常用整数的数值范围</a:t>
            </a:r>
          </a:p>
        </p:txBody>
      </p:sp>
      <p:sp>
        <p:nvSpPr>
          <p:cNvPr id="164866" name="Rectangle 2"/>
          <p:cNvSpPr>
            <a:spLocks noGrp="1" noChangeArrowheads="1"/>
          </p:cNvSpPr>
          <p:nvPr>
            <p:ph idx="1"/>
          </p:nvPr>
        </p:nvSpPr>
        <p:spPr>
          <a:xfrm>
            <a:off x="168275" y="2033587"/>
            <a:ext cx="8518525" cy="4824413"/>
          </a:xfrm>
        </p:spPr>
        <p:txBody>
          <a:bodyPr/>
          <a:lstStyle/>
          <a:p>
            <a:pPr algn="just"/>
            <a:r>
              <a:rPr lang="en-US" altLang="zh-CN" sz="3200" b="1" dirty="0">
                <a:solidFill>
                  <a:srgbClr val="0000FF"/>
                </a:solidFill>
                <a:latin typeface="Times New Roman" pitchFamily="18" charset="0"/>
                <a:sym typeface="Wingdings" pitchFamily="2" charset="2"/>
              </a:rPr>
              <a:t> </a:t>
            </a:r>
            <a:r>
              <a:rPr lang="zh-CN" altLang="en-US" sz="3200" b="1" dirty="0">
                <a:solidFill>
                  <a:srgbClr val="0000FF"/>
                </a:solidFill>
                <a:latin typeface="Times New Roman" pitchFamily="18" charset="0"/>
              </a:rPr>
              <a:t>用</a:t>
            </a:r>
            <a:r>
              <a:rPr lang="en-US" altLang="zh-CN" sz="3200" b="1" dirty="0">
                <a:solidFill>
                  <a:srgbClr val="0000FF"/>
                </a:solidFill>
                <a:latin typeface="Times New Roman" pitchFamily="18" charset="0"/>
              </a:rPr>
              <a:t>16</a:t>
            </a:r>
            <a:r>
              <a:rPr lang="zh-CN" altLang="en-US" sz="3200" b="1" dirty="0">
                <a:solidFill>
                  <a:srgbClr val="0000FF"/>
                </a:solidFill>
                <a:latin typeface="Times New Roman" pitchFamily="18" charset="0"/>
              </a:rPr>
              <a:t>个二进位存储一个整数</a:t>
            </a:r>
          </a:p>
          <a:p>
            <a:pPr algn="just">
              <a:buFont typeface="Monotype Sorts" pitchFamily="2" charset="2"/>
              <a:buNone/>
            </a:pPr>
            <a:r>
              <a:rPr lang="zh-CN" altLang="en-US" b="1" dirty="0">
                <a:solidFill>
                  <a:schemeClr val="tx2"/>
                </a:solidFill>
                <a:latin typeface="Times New Roman" pitchFamily="18" charset="0"/>
              </a:rPr>
              <a:t>带符号数值范围：</a:t>
            </a:r>
            <a:r>
              <a:rPr lang="en-US" altLang="zh-CN" sz="3200" b="1" dirty="0">
                <a:solidFill>
                  <a:srgbClr val="CC0066"/>
                </a:solidFill>
                <a:latin typeface="Times New Roman" pitchFamily="18" charset="0"/>
              </a:rPr>
              <a:t>- 32768 </a:t>
            </a:r>
            <a:r>
              <a:rPr lang="zh-CN" altLang="en-US" sz="3200" b="1" dirty="0">
                <a:solidFill>
                  <a:srgbClr val="CC0066"/>
                </a:solidFill>
                <a:latin typeface="Times New Roman" pitchFamily="18" charset="0"/>
              </a:rPr>
              <a:t>～ </a:t>
            </a:r>
            <a:r>
              <a:rPr lang="en-US" altLang="zh-CN" sz="3200" b="1" dirty="0">
                <a:solidFill>
                  <a:srgbClr val="CC0066"/>
                </a:solidFill>
                <a:latin typeface="Times New Roman" pitchFamily="18" charset="0"/>
              </a:rPr>
              <a:t>32767 </a:t>
            </a:r>
            <a:r>
              <a:rPr lang="en-US" altLang="zh-CN" sz="3200" b="1" dirty="0">
                <a:solidFill>
                  <a:srgbClr val="0000FF"/>
                </a:solidFill>
                <a:latin typeface="Times New Roman" pitchFamily="18" charset="0"/>
              </a:rPr>
              <a:t>( -2</a:t>
            </a:r>
            <a:r>
              <a:rPr lang="en-US" altLang="zh-CN" sz="3200" b="1" baseline="30000" dirty="0">
                <a:solidFill>
                  <a:srgbClr val="0000FF"/>
                </a:solidFill>
                <a:latin typeface="Times New Roman" pitchFamily="18" charset="0"/>
              </a:rPr>
              <a:t>15 </a:t>
            </a:r>
            <a:r>
              <a:rPr lang="zh-CN" altLang="en-US" sz="3200" b="1" dirty="0">
                <a:solidFill>
                  <a:srgbClr val="0000FF"/>
                </a:solidFill>
                <a:latin typeface="Times New Roman" pitchFamily="18" charset="0"/>
              </a:rPr>
              <a:t>～ </a:t>
            </a:r>
            <a:r>
              <a:rPr lang="en-US" altLang="zh-CN" sz="3200" b="1" dirty="0">
                <a:solidFill>
                  <a:srgbClr val="0000FF"/>
                </a:solidFill>
                <a:latin typeface="Times New Roman" pitchFamily="18" charset="0"/>
              </a:rPr>
              <a:t>2</a:t>
            </a:r>
            <a:r>
              <a:rPr lang="en-US" altLang="zh-CN" sz="3200" b="1" baseline="30000" dirty="0">
                <a:solidFill>
                  <a:srgbClr val="0000FF"/>
                </a:solidFill>
                <a:latin typeface="Times New Roman" pitchFamily="18" charset="0"/>
              </a:rPr>
              <a:t>15</a:t>
            </a:r>
            <a:r>
              <a:rPr lang="en-US" altLang="zh-CN" sz="3200" b="1" dirty="0">
                <a:solidFill>
                  <a:srgbClr val="0000FF"/>
                </a:solidFill>
                <a:latin typeface="Times New Roman" pitchFamily="18" charset="0"/>
              </a:rPr>
              <a:t>-1 )</a:t>
            </a:r>
          </a:p>
          <a:p>
            <a:pPr algn="just">
              <a:buFont typeface="Monotype Sorts" pitchFamily="2" charset="2"/>
              <a:buNone/>
            </a:pPr>
            <a:r>
              <a:rPr lang="zh-CN" altLang="en-US" b="1" dirty="0">
                <a:solidFill>
                  <a:schemeClr val="tx2"/>
                </a:solidFill>
                <a:latin typeface="Times New Roman" pitchFamily="18" charset="0"/>
              </a:rPr>
              <a:t>不带符号数值范围</a:t>
            </a:r>
            <a:r>
              <a:rPr lang="zh-CN" altLang="en-US" sz="3200" b="1" dirty="0">
                <a:solidFill>
                  <a:schemeClr val="tx2"/>
                </a:solidFill>
                <a:latin typeface="Times New Roman" pitchFamily="18" charset="0"/>
              </a:rPr>
              <a:t> </a:t>
            </a:r>
            <a:r>
              <a:rPr lang="en-US" altLang="zh-CN" sz="3200" b="1" dirty="0">
                <a:solidFill>
                  <a:srgbClr val="CC0066"/>
                </a:solidFill>
                <a:latin typeface="Times New Roman" pitchFamily="18" charset="0"/>
              </a:rPr>
              <a:t>0 </a:t>
            </a:r>
            <a:r>
              <a:rPr lang="zh-CN" altLang="en-US" sz="3200" b="1" dirty="0">
                <a:solidFill>
                  <a:srgbClr val="CC0066"/>
                </a:solidFill>
                <a:latin typeface="Times New Roman" pitchFamily="18" charset="0"/>
              </a:rPr>
              <a:t>～ </a:t>
            </a:r>
            <a:r>
              <a:rPr lang="en-US" altLang="zh-CN" sz="3200" b="1" dirty="0">
                <a:solidFill>
                  <a:srgbClr val="CC0066"/>
                </a:solidFill>
                <a:latin typeface="Times New Roman" pitchFamily="18" charset="0"/>
              </a:rPr>
              <a:t>65535 </a:t>
            </a:r>
            <a:r>
              <a:rPr lang="zh-CN" altLang="en-US" sz="3200" b="1" dirty="0">
                <a:solidFill>
                  <a:srgbClr val="0000FF"/>
                </a:solidFill>
                <a:latin typeface="Times New Roman" pitchFamily="18" charset="0"/>
              </a:rPr>
              <a:t>（</a:t>
            </a:r>
            <a:r>
              <a:rPr lang="en-US" altLang="zh-CN" sz="3200" b="1" dirty="0">
                <a:solidFill>
                  <a:srgbClr val="0000FF"/>
                </a:solidFill>
                <a:latin typeface="Times New Roman" pitchFamily="18" charset="0"/>
              </a:rPr>
              <a:t>0 </a:t>
            </a:r>
            <a:r>
              <a:rPr lang="zh-CN" altLang="en-US" sz="3200" b="1" dirty="0">
                <a:solidFill>
                  <a:srgbClr val="0000FF"/>
                </a:solidFill>
                <a:latin typeface="Times New Roman" pitchFamily="18" charset="0"/>
              </a:rPr>
              <a:t>～ </a:t>
            </a:r>
            <a:r>
              <a:rPr lang="en-US" altLang="zh-CN" sz="3200" b="1" dirty="0">
                <a:solidFill>
                  <a:srgbClr val="0000FF"/>
                </a:solidFill>
                <a:latin typeface="Times New Roman" pitchFamily="18" charset="0"/>
              </a:rPr>
              <a:t>2</a:t>
            </a:r>
            <a:r>
              <a:rPr lang="en-US" altLang="zh-CN" sz="3200" b="1" baseline="30000" dirty="0">
                <a:solidFill>
                  <a:srgbClr val="0000FF"/>
                </a:solidFill>
                <a:latin typeface="Times New Roman" pitchFamily="18" charset="0"/>
              </a:rPr>
              <a:t>16 </a:t>
            </a:r>
            <a:r>
              <a:rPr lang="en-US" altLang="zh-CN" sz="3200" b="1" dirty="0">
                <a:solidFill>
                  <a:srgbClr val="0000FF"/>
                </a:solidFill>
                <a:latin typeface="Times New Roman" pitchFamily="18" charset="0"/>
              </a:rPr>
              <a:t>- 1</a:t>
            </a:r>
            <a:r>
              <a:rPr lang="zh-CN" altLang="en-US" sz="3200" b="1" dirty="0">
                <a:solidFill>
                  <a:srgbClr val="0000FF"/>
                </a:solidFill>
                <a:latin typeface="Times New Roman" pitchFamily="18" charset="0"/>
              </a:rPr>
              <a:t>）</a:t>
            </a:r>
            <a:endParaRPr lang="zh-CN" altLang="en-US" sz="3200" b="1" dirty="0">
              <a:latin typeface="Times New Roman" pitchFamily="18" charset="0"/>
            </a:endParaRPr>
          </a:p>
          <a:p>
            <a:pPr algn="just"/>
            <a:r>
              <a:rPr lang="zh-CN" altLang="en-US" sz="3200" b="1" dirty="0">
                <a:solidFill>
                  <a:srgbClr val="0000FF"/>
                </a:solidFill>
                <a:latin typeface="Times New Roman" pitchFamily="18" charset="0"/>
                <a:sym typeface="Wingdings" pitchFamily="2" charset="2"/>
              </a:rPr>
              <a:t> </a:t>
            </a:r>
            <a:r>
              <a:rPr lang="zh-CN" altLang="en-US" sz="3200" b="1" dirty="0">
                <a:solidFill>
                  <a:srgbClr val="0000FF"/>
                </a:solidFill>
                <a:latin typeface="Times New Roman" pitchFamily="18" charset="0"/>
              </a:rPr>
              <a:t>用</a:t>
            </a:r>
            <a:r>
              <a:rPr lang="en-US" altLang="zh-CN" sz="3200" b="1" dirty="0">
                <a:solidFill>
                  <a:srgbClr val="0000FF"/>
                </a:solidFill>
                <a:latin typeface="Times New Roman" pitchFamily="18" charset="0"/>
              </a:rPr>
              <a:t>32</a:t>
            </a:r>
            <a:r>
              <a:rPr lang="zh-CN" altLang="en-US" sz="3200" b="1" dirty="0">
                <a:solidFill>
                  <a:srgbClr val="0000FF"/>
                </a:solidFill>
                <a:latin typeface="Times New Roman" pitchFamily="18" charset="0"/>
              </a:rPr>
              <a:t>个二进位存储一个整数</a:t>
            </a:r>
            <a:endParaRPr lang="zh-CN" altLang="en-US" sz="3200" b="1" dirty="0">
              <a:latin typeface="Times New Roman" pitchFamily="18" charset="0"/>
            </a:endParaRPr>
          </a:p>
          <a:p>
            <a:pPr algn="just">
              <a:buFont typeface="Monotype Sorts" pitchFamily="2" charset="2"/>
              <a:buNone/>
            </a:pPr>
            <a:r>
              <a:rPr lang="zh-CN" altLang="en-US" sz="3200" b="1" dirty="0">
                <a:latin typeface="Times New Roman" pitchFamily="18" charset="0"/>
              </a:rPr>
              <a:t>带符号数值范围是</a:t>
            </a:r>
          </a:p>
          <a:p>
            <a:pPr algn="just">
              <a:buFont typeface="Monotype Sorts" pitchFamily="2" charset="2"/>
              <a:buNone/>
            </a:pPr>
            <a:r>
              <a:rPr lang="zh-CN" altLang="en-US" sz="3200" b="1" dirty="0">
                <a:latin typeface="Times New Roman" pitchFamily="18" charset="0"/>
              </a:rPr>
              <a:t>    </a:t>
            </a:r>
            <a:r>
              <a:rPr lang="en-US" altLang="zh-CN" sz="3200" b="1" dirty="0">
                <a:solidFill>
                  <a:srgbClr val="CC0066"/>
                </a:solidFill>
                <a:latin typeface="Times New Roman" pitchFamily="18" charset="0"/>
              </a:rPr>
              <a:t>- 2147483648 </a:t>
            </a:r>
            <a:r>
              <a:rPr lang="zh-CN" altLang="en-US" sz="3200" b="1" dirty="0">
                <a:solidFill>
                  <a:srgbClr val="CC0066"/>
                </a:solidFill>
                <a:latin typeface="Times New Roman" pitchFamily="18" charset="0"/>
              </a:rPr>
              <a:t>～ </a:t>
            </a:r>
            <a:r>
              <a:rPr lang="en-US" altLang="zh-CN" sz="3200" b="1" dirty="0">
                <a:solidFill>
                  <a:srgbClr val="CC0066"/>
                </a:solidFill>
                <a:latin typeface="Times New Roman" pitchFamily="18" charset="0"/>
              </a:rPr>
              <a:t>2147483647 </a:t>
            </a:r>
            <a:r>
              <a:rPr lang="en-US" altLang="zh-CN" sz="3200" b="1" dirty="0">
                <a:solidFill>
                  <a:srgbClr val="0000FF"/>
                </a:solidFill>
                <a:latin typeface="Times New Roman" pitchFamily="18" charset="0"/>
              </a:rPr>
              <a:t>( -2</a:t>
            </a:r>
            <a:r>
              <a:rPr lang="en-US" altLang="zh-CN" sz="3200" b="1" baseline="30000" dirty="0">
                <a:solidFill>
                  <a:srgbClr val="0000FF"/>
                </a:solidFill>
                <a:latin typeface="Times New Roman" pitchFamily="18" charset="0"/>
              </a:rPr>
              <a:t>31 </a:t>
            </a:r>
            <a:r>
              <a:rPr lang="zh-CN" altLang="en-US" sz="3200" b="1" dirty="0">
                <a:solidFill>
                  <a:srgbClr val="0000FF"/>
                </a:solidFill>
                <a:latin typeface="Times New Roman" pitchFamily="18" charset="0"/>
              </a:rPr>
              <a:t>～ </a:t>
            </a:r>
            <a:r>
              <a:rPr lang="en-US" altLang="zh-CN" sz="3200" b="1" dirty="0">
                <a:solidFill>
                  <a:srgbClr val="0000FF"/>
                </a:solidFill>
                <a:latin typeface="Times New Roman" pitchFamily="18" charset="0"/>
              </a:rPr>
              <a:t>2</a:t>
            </a:r>
            <a:r>
              <a:rPr lang="en-US" altLang="zh-CN" sz="3200" b="1" baseline="30000" dirty="0">
                <a:solidFill>
                  <a:srgbClr val="0000FF"/>
                </a:solidFill>
                <a:latin typeface="Times New Roman" pitchFamily="18" charset="0"/>
              </a:rPr>
              <a:t>31</a:t>
            </a:r>
            <a:r>
              <a:rPr lang="en-US" altLang="zh-CN" sz="3200" b="1" dirty="0">
                <a:solidFill>
                  <a:srgbClr val="0000FF"/>
                </a:solidFill>
                <a:latin typeface="Times New Roman" pitchFamily="18" charset="0"/>
              </a:rPr>
              <a:t>-1 )</a:t>
            </a:r>
            <a:endParaRPr lang="en-US" altLang="zh-CN" sz="3200" b="1" dirty="0">
              <a:latin typeface="Times New Roman" pitchFamily="18" charset="0"/>
            </a:endParaRPr>
          </a:p>
          <a:p>
            <a:pPr>
              <a:buFont typeface="Monotype Sorts" pitchFamily="2" charset="2"/>
              <a:buNone/>
            </a:pPr>
            <a:r>
              <a:rPr lang="zh-CN" altLang="en-US" sz="3200" b="1" dirty="0">
                <a:latin typeface="Times New Roman" pitchFamily="18" charset="0"/>
              </a:rPr>
              <a:t>不带符号数值范围是</a:t>
            </a:r>
          </a:p>
          <a:p>
            <a:pPr>
              <a:buFont typeface="Monotype Sorts" pitchFamily="2" charset="2"/>
              <a:buNone/>
            </a:pPr>
            <a:r>
              <a:rPr lang="zh-CN" altLang="en-US" sz="3200" b="1" dirty="0">
                <a:latin typeface="Times New Roman" pitchFamily="18" charset="0"/>
              </a:rPr>
              <a:t>      </a:t>
            </a:r>
            <a:r>
              <a:rPr lang="en-US" altLang="zh-CN" sz="3200" b="1" dirty="0">
                <a:solidFill>
                  <a:srgbClr val="CC0066"/>
                </a:solidFill>
                <a:latin typeface="Times New Roman" pitchFamily="18" charset="0"/>
              </a:rPr>
              <a:t>0 </a:t>
            </a:r>
            <a:r>
              <a:rPr lang="zh-CN" altLang="en-US" sz="3200" b="1" dirty="0">
                <a:solidFill>
                  <a:srgbClr val="CC0066"/>
                </a:solidFill>
                <a:latin typeface="Times New Roman" pitchFamily="18" charset="0"/>
              </a:rPr>
              <a:t>～ </a:t>
            </a:r>
            <a:r>
              <a:rPr lang="en-US" altLang="zh-CN" sz="3200" b="1" dirty="0">
                <a:solidFill>
                  <a:srgbClr val="CC0066"/>
                </a:solidFill>
                <a:latin typeface="Times New Roman" pitchFamily="18" charset="0"/>
              </a:rPr>
              <a:t>4294967295  </a:t>
            </a:r>
            <a:r>
              <a:rPr lang="zh-CN" altLang="en-US" sz="3200" b="1" dirty="0">
                <a:solidFill>
                  <a:srgbClr val="0000FF"/>
                </a:solidFill>
                <a:latin typeface="Times New Roman" pitchFamily="18" charset="0"/>
              </a:rPr>
              <a:t>（ </a:t>
            </a:r>
            <a:r>
              <a:rPr lang="en-US" altLang="zh-CN" sz="3200" b="1" dirty="0">
                <a:solidFill>
                  <a:srgbClr val="0000FF"/>
                </a:solidFill>
                <a:latin typeface="Times New Roman" pitchFamily="18" charset="0"/>
              </a:rPr>
              <a:t>0 </a:t>
            </a:r>
            <a:r>
              <a:rPr lang="zh-CN" altLang="en-US" sz="3200" b="1" dirty="0">
                <a:solidFill>
                  <a:srgbClr val="0000FF"/>
                </a:solidFill>
                <a:latin typeface="Times New Roman" pitchFamily="18" charset="0"/>
              </a:rPr>
              <a:t>～ </a:t>
            </a:r>
            <a:r>
              <a:rPr lang="en-US" altLang="zh-CN" sz="3200" b="1" dirty="0">
                <a:solidFill>
                  <a:srgbClr val="0000FF"/>
                </a:solidFill>
                <a:latin typeface="Times New Roman" pitchFamily="18" charset="0"/>
              </a:rPr>
              <a:t>2</a:t>
            </a:r>
            <a:r>
              <a:rPr lang="en-US" altLang="zh-CN" sz="3200" b="1" baseline="30000" dirty="0">
                <a:solidFill>
                  <a:srgbClr val="0000FF"/>
                </a:solidFill>
                <a:latin typeface="Times New Roman" pitchFamily="18" charset="0"/>
              </a:rPr>
              <a:t>32 </a:t>
            </a:r>
            <a:r>
              <a:rPr lang="en-US" altLang="zh-CN" sz="3200" b="1" dirty="0">
                <a:solidFill>
                  <a:srgbClr val="0000FF"/>
                </a:solidFill>
                <a:latin typeface="Times New Roman" pitchFamily="18" charset="0"/>
              </a:rPr>
              <a:t>- 1</a:t>
            </a:r>
            <a:r>
              <a:rPr lang="zh-CN" altLang="en-US" sz="3200" b="1" dirty="0">
                <a:solidFill>
                  <a:srgbClr val="0000FF"/>
                </a:solidFill>
                <a:latin typeface="Times New Roman" pitchFamily="18" charset="0"/>
              </a:rPr>
              <a:t>）</a:t>
            </a:r>
          </a:p>
        </p:txBody>
      </p:sp>
      <p:sp>
        <p:nvSpPr>
          <p:cNvPr id="6" name="灯片编号占位符 5"/>
          <p:cNvSpPr>
            <a:spLocks noGrp="1"/>
          </p:cNvSpPr>
          <p:nvPr>
            <p:ph type="sldNum" sz="quarter" idx="12"/>
          </p:nvPr>
        </p:nvSpPr>
        <p:spPr/>
        <p:txBody>
          <a:bodyPr/>
          <a:lstStyle/>
          <a:p>
            <a:fld id="{6CF56DA8-A04F-48A6-ABC8-B4E5B45A274A}" type="slidenum">
              <a:rPr lang="en-US" altLang="zh-CN"/>
              <a:pPr/>
              <a:t>5</a:t>
            </a:fld>
            <a:endParaRPr lang="en-US" altLang="zh-CN"/>
          </a:p>
        </p:txBody>
      </p:sp>
      <p:sp>
        <p:nvSpPr>
          <p:cNvPr id="5" name="TextBox 4"/>
          <p:cNvSpPr txBox="1"/>
          <p:nvPr/>
        </p:nvSpPr>
        <p:spPr>
          <a:xfrm>
            <a:off x="4932040" y="188640"/>
            <a:ext cx="4000528" cy="1477328"/>
          </a:xfrm>
          <a:prstGeom prst="rect">
            <a:avLst/>
          </a:prstGeom>
          <a:solidFill>
            <a:schemeClr val="accent1">
              <a:lumMod val="40000"/>
              <a:lumOff val="60000"/>
            </a:schemeClr>
          </a:solidFill>
        </p:spPr>
        <p:txBody>
          <a:bodyPr wrap="square" rtlCol="0">
            <a:spAutoFit/>
          </a:bodyPr>
          <a:lstStyle/>
          <a:p>
            <a:r>
              <a:rPr lang="en-US" altLang="zh-CN" b="1" dirty="0">
                <a:solidFill>
                  <a:srgbClr val="FFFF00"/>
                </a:solidFill>
                <a:effectLst>
                  <a:outerShdw blurRad="38100" dist="38100" dir="2700000" algn="tl">
                    <a:srgbClr val="000000">
                      <a:alpha val="43137"/>
                    </a:srgbClr>
                  </a:outerShdw>
                </a:effectLst>
              </a:rPr>
              <a:t>8</a:t>
            </a:r>
            <a:r>
              <a:rPr lang="zh-CN" altLang="en-US" b="1" dirty="0">
                <a:solidFill>
                  <a:srgbClr val="FFFF00"/>
                </a:solidFill>
                <a:effectLst>
                  <a:outerShdw blurRad="38100" dist="38100" dir="2700000" algn="tl">
                    <a:srgbClr val="000000">
                      <a:alpha val="43137"/>
                    </a:srgbClr>
                  </a:outerShdw>
                </a:effectLst>
              </a:rPr>
              <a:t>个</a:t>
            </a:r>
            <a:r>
              <a:rPr lang="en-US" altLang="zh-CN" b="1" dirty="0">
                <a:solidFill>
                  <a:srgbClr val="FFFF00"/>
                </a:solidFill>
                <a:effectLst>
                  <a:outerShdw blurRad="38100" dist="38100" dir="2700000" algn="tl">
                    <a:srgbClr val="000000">
                      <a:alpha val="43137"/>
                    </a:srgbClr>
                  </a:outerShdw>
                </a:effectLst>
              </a:rPr>
              <a:t>2</a:t>
            </a:r>
            <a:r>
              <a:rPr lang="zh-CN" altLang="en-US" b="1" dirty="0">
                <a:solidFill>
                  <a:srgbClr val="FFFF00"/>
                </a:solidFill>
                <a:effectLst>
                  <a:outerShdw blurRad="38100" dist="38100" dir="2700000" algn="tl">
                    <a:srgbClr val="000000">
                      <a:alpha val="43137"/>
                    </a:srgbClr>
                  </a:outerShdw>
                </a:effectLst>
              </a:rPr>
              <a:t>进制位（</a:t>
            </a:r>
            <a:r>
              <a:rPr lang="en-US" altLang="zh-CN" b="1" dirty="0">
                <a:solidFill>
                  <a:srgbClr val="FFFF00"/>
                </a:solidFill>
                <a:effectLst>
                  <a:outerShdw blurRad="38100" dist="38100" dir="2700000" algn="tl">
                    <a:srgbClr val="000000">
                      <a:alpha val="43137"/>
                    </a:srgbClr>
                  </a:outerShdw>
                </a:effectLst>
              </a:rPr>
              <a:t>bit</a:t>
            </a:r>
            <a:r>
              <a:rPr lang="zh-CN" altLang="en-US" b="1" dirty="0">
                <a:solidFill>
                  <a:srgbClr val="FFFF00"/>
                </a:solidFill>
                <a:effectLst>
                  <a:outerShdw blurRad="38100" dist="38100" dir="2700000" algn="tl">
                    <a:srgbClr val="000000">
                      <a:alpha val="43137"/>
                    </a:srgbClr>
                  </a:outerShdw>
                </a:effectLst>
              </a:rPr>
              <a:t>）称为一个</a:t>
            </a:r>
            <a:endParaRPr lang="en-US" altLang="zh-CN" b="1" dirty="0">
              <a:solidFill>
                <a:srgbClr val="FFFF00"/>
              </a:solidFill>
              <a:effectLst>
                <a:outerShdw blurRad="38100" dist="38100" dir="2700000" algn="tl">
                  <a:srgbClr val="000000">
                    <a:alpha val="43137"/>
                  </a:srgbClr>
                </a:outerShdw>
              </a:effectLst>
            </a:endParaRPr>
          </a:p>
          <a:p>
            <a:r>
              <a:rPr lang="zh-CN" altLang="en-US" b="1" dirty="0">
                <a:solidFill>
                  <a:srgbClr val="FFFF00"/>
                </a:solidFill>
                <a:effectLst>
                  <a:outerShdw blurRad="38100" dist="38100" dir="2700000" algn="tl">
                    <a:srgbClr val="000000">
                      <a:alpha val="43137"/>
                    </a:srgbClr>
                  </a:outerShdw>
                </a:effectLst>
              </a:rPr>
              <a:t>字节（</a:t>
            </a:r>
            <a:r>
              <a:rPr lang="en-US" altLang="zh-CN" b="1" dirty="0">
                <a:solidFill>
                  <a:srgbClr val="FFFF00"/>
                </a:solidFill>
                <a:effectLst>
                  <a:outerShdw blurRad="38100" dist="38100" dir="2700000" algn="tl">
                    <a:srgbClr val="000000">
                      <a:alpha val="43137"/>
                    </a:srgbClr>
                  </a:outerShdw>
                </a:effectLst>
              </a:rPr>
              <a:t>byte</a:t>
            </a:r>
            <a:r>
              <a:rPr lang="zh-CN" altLang="en-US" b="1" dirty="0">
                <a:solidFill>
                  <a:srgbClr val="FFFF00"/>
                </a:solidFill>
                <a:effectLst>
                  <a:outerShdw blurRad="38100" dist="38100" dir="2700000" algn="tl">
                    <a:srgbClr val="000000">
                      <a:alpha val="43137"/>
                    </a:srgbClr>
                  </a:outerShdw>
                </a:effectLst>
              </a:rPr>
              <a:t>），计算机内存空间</a:t>
            </a:r>
            <a:endParaRPr lang="en-US" altLang="zh-CN" b="1" dirty="0">
              <a:solidFill>
                <a:srgbClr val="FFFF00"/>
              </a:solidFill>
              <a:effectLst>
                <a:outerShdw blurRad="38100" dist="38100" dir="2700000" algn="tl">
                  <a:srgbClr val="000000">
                    <a:alpha val="43137"/>
                  </a:srgbClr>
                </a:outerShdw>
              </a:effectLst>
            </a:endParaRPr>
          </a:p>
          <a:p>
            <a:r>
              <a:rPr lang="zh-CN" altLang="en-US" b="1" dirty="0">
                <a:solidFill>
                  <a:srgbClr val="FFFF00"/>
                </a:solidFill>
                <a:effectLst>
                  <a:outerShdw blurRad="38100" dist="38100" dir="2700000" algn="tl">
                    <a:srgbClr val="000000">
                      <a:alpha val="43137"/>
                    </a:srgbClr>
                  </a:outerShdw>
                </a:effectLst>
              </a:rPr>
              <a:t>按字节划分。具体分配与编译系统有关，</a:t>
            </a:r>
            <a:r>
              <a:rPr lang="en-US" altLang="zh-CN" b="1" dirty="0">
                <a:solidFill>
                  <a:srgbClr val="FFFF00"/>
                </a:solidFill>
                <a:effectLst>
                  <a:outerShdw blurRad="38100" dist="38100" dir="2700000" algn="tl">
                    <a:srgbClr val="000000">
                      <a:alpha val="43137"/>
                    </a:srgbClr>
                  </a:outerShdw>
                </a:effectLst>
              </a:rPr>
              <a:t>short</a:t>
            </a:r>
            <a:r>
              <a:rPr lang="zh-CN" altLang="en-US" b="1" dirty="0">
                <a:solidFill>
                  <a:srgbClr val="FFFF00"/>
                </a:solidFill>
                <a:effectLst>
                  <a:outerShdw blurRad="38100" dist="38100" dir="2700000" algn="tl">
                    <a:srgbClr val="000000">
                      <a:alpha val="43137"/>
                    </a:srgbClr>
                  </a:outerShdw>
                </a:effectLst>
              </a:rPr>
              <a:t> 型的字节数不多于</a:t>
            </a:r>
            <a:r>
              <a:rPr lang="en-US" altLang="zh-CN" b="1" dirty="0">
                <a:solidFill>
                  <a:srgbClr val="FFFF00"/>
                </a:solidFill>
                <a:effectLst>
                  <a:outerShdw blurRad="38100" dist="38100" dir="2700000" algn="tl">
                    <a:srgbClr val="000000">
                      <a:alpha val="43137"/>
                    </a:srgbClr>
                  </a:outerShdw>
                </a:effectLst>
              </a:rPr>
              <a:t>int</a:t>
            </a:r>
            <a:r>
              <a:rPr lang="zh-CN" altLang="en-US" b="1" dirty="0">
                <a:solidFill>
                  <a:srgbClr val="FFFF00"/>
                </a:solidFill>
                <a:effectLst>
                  <a:outerShdw blurRad="38100" dist="38100" dir="2700000" algn="tl">
                    <a:srgbClr val="000000">
                      <a:alpha val="43137"/>
                    </a:srgbClr>
                  </a:outerShdw>
                </a:effectLst>
              </a:rPr>
              <a:t>，</a:t>
            </a:r>
            <a:r>
              <a:rPr lang="en-US" altLang="zh-CN" b="1" dirty="0">
                <a:solidFill>
                  <a:srgbClr val="FFFF00"/>
                </a:solidFill>
                <a:effectLst>
                  <a:outerShdw blurRad="38100" dist="38100" dir="2700000" algn="tl">
                    <a:srgbClr val="000000">
                      <a:alpha val="43137"/>
                    </a:srgbClr>
                  </a:outerShdw>
                </a:effectLst>
              </a:rPr>
              <a:t>long</a:t>
            </a:r>
            <a:r>
              <a:rPr lang="zh-CN" altLang="en-US" b="1" dirty="0">
                <a:solidFill>
                  <a:srgbClr val="FFFF00"/>
                </a:solidFill>
                <a:effectLst>
                  <a:outerShdw blurRad="38100" dist="38100" dir="2700000" algn="tl">
                    <a:srgbClr val="000000">
                      <a:alpha val="43137"/>
                    </a:srgbClr>
                  </a:outerShdw>
                </a:effectLst>
              </a:rPr>
              <a:t>的不少于</a:t>
            </a:r>
            <a:r>
              <a:rPr lang="en-US" altLang="zh-CN" b="1" dirty="0">
                <a:solidFill>
                  <a:srgbClr val="FFFF00"/>
                </a:solidFill>
                <a:effectLst>
                  <a:outerShdw blurRad="38100" dist="38100" dir="2700000" algn="tl">
                    <a:srgbClr val="000000">
                      <a:alpha val="43137"/>
                    </a:srgbClr>
                  </a:outerShdw>
                </a:effectLst>
              </a:rPr>
              <a:t>int</a:t>
            </a:r>
            <a:r>
              <a:rPr lang="zh-CN" altLang="en-US" b="1" dirty="0">
                <a:solidFill>
                  <a:srgbClr val="FFFF00"/>
                </a:solidFill>
                <a:effectLst>
                  <a:outerShdw blurRad="38100" dist="38100" dir="2700000" algn="tl">
                    <a:srgbClr val="000000">
                      <a:alpha val="43137"/>
                    </a:srgbClr>
                  </a:outerShdw>
                </a:effectLst>
              </a:rPr>
              <a:t>。</a:t>
            </a:r>
            <a:endParaRPr lang="zh-CN" altLang="en-US" dirty="0">
              <a:solidFill>
                <a:srgbClr val="7030A0"/>
              </a:solidFill>
            </a:endParaRP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2066" name="Rectangle 2"/>
          <p:cNvSpPr>
            <a:spLocks noGrp="1" noChangeArrowheads="1"/>
          </p:cNvSpPr>
          <p:nvPr>
            <p:ph idx="1"/>
          </p:nvPr>
        </p:nvSpPr>
        <p:spPr>
          <a:xfrm>
            <a:off x="395288" y="549275"/>
            <a:ext cx="8518525" cy="4607917"/>
          </a:xfrm>
        </p:spPr>
        <p:txBody>
          <a:bodyPr/>
          <a:lstStyle/>
          <a:p>
            <a:pPr marL="0" indent="0">
              <a:buFont typeface="Monotype Sorts" pitchFamily="2" charset="2"/>
              <a:buNone/>
            </a:pPr>
            <a:endParaRPr lang="en-US" altLang="zh-CN" b="1" dirty="0">
              <a:solidFill>
                <a:srgbClr val="663300"/>
              </a:solidFill>
              <a:effectLst>
                <a:outerShdw blurRad="38100" dist="38100" dir="2700000" algn="tl">
                  <a:srgbClr val="000000"/>
                </a:outerShdw>
              </a:effectLst>
              <a:latin typeface="楷体_GB2312" pitchFamily="49" charset="-122"/>
              <a:ea typeface="楷体_GB2312" pitchFamily="49" charset="-122"/>
            </a:endParaRPr>
          </a:p>
          <a:p>
            <a:pPr marL="0" indent="0">
              <a:buFont typeface="Monotype Sorts" pitchFamily="2" charset="2"/>
              <a:buNone/>
            </a:pPr>
            <a:r>
              <a:rPr lang="zh-CN" altLang="en-US" b="1" dirty="0">
                <a:solidFill>
                  <a:srgbClr val="663300"/>
                </a:solidFill>
                <a:latin typeface="楷体_GB2312" pitchFamily="49" charset="-122"/>
                <a:ea typeface="楷体_GB2312" pitchFamily="49" charset="-122"/>
              </a:rPr>
              <a:t>在计算机中，负整数用</a:t>
            </a:r>
            <a:r>
              <a:rPr lang="zh-CN" altLang="en-US" b="1" dirty="0">
                <a:solidFill>
                  <a:srgbClr val="663300"/>
                </a:solidFill>
                <a:highlight>
                  <a:srgbClr val="FFFF00"/>
                </a:highlight>
                <a:latin typeface="楷体_GB2312" pitchFamily="49" charset="-122"/>
                <a:ea typeface="楷体_GB2312" pitchFamily="49" charset="-122"/>
              </a:rPr>
              <a:t>补码</a:t>
            </a:r>
            <a:r>
              <a:rPr lang="zh-CN" altLang="en-US" b="1" dirty="0">
                <a:solidFill>
                  <a:srgbClr val="663300"/>
                </a:solidFill>
                <a:latin typeface="楷体_GB2312" pitchFamily="49" charset="-122"/>
                <a:ea typeface="楷体_GB2312" pitchFamily="49" charset="-122"/>
              </a:rPr>
              <a:t>表示。</a:t>
            </a:r>
          </a:p>
          <a:p>
            <a:pPr marL="0" indent="0">
              <a:buFont typeface="Monotype Sorts" pitchFamily="2" charset="2"/>
              <a:buNone/>
            </a:pPr>
            <a:endParaRPr lang="zh-CN" altLang="en-US" b="1" dirty="0">
              <a:solidFill>
                <a:srgbClr val="663300"/>
              </a:solidFill>
              <a:latin typeface="楷体_GB2312" pitchFamily="49" charset="-122"/>
              <a:ea typeface="楷体_GB2312" pitchFamily="49" charset="-122"/>
            </a:endParaRPr>
          </a:p>
          <a:p>
            <a:pPr marL="0" indent="0">
              <a:buFont typeface="Monotype Sorts" pitchFamily="2" charset="2"/>
              <a:buNone/>
            </a:pPr>
            <a:r>
              <a:rPr lang="zh-CN" altLang="en-US" b="1" dirty="0">
                <a:solidFill>
                  <a:srgbClr val="663300"/>
                </a:solidFill>
                <a:latin typeface="楷体_GB2312" pitchFamily="49" charset="-122"/>
                <a:ea typeface="楷体_GB2312" pitchFamily="49" charset="-122"/>
              </a:rPr>
              <a:t>若</a:t>
            </a:r>
            <a:r>
              <a:rPr lang="en-US" altLang="zh-CN" b="1" dirty="0">
                <a:solidFill>
                  <a:srgbClr val="663300"/>
                </a:solidFill>
                <a:latin typeface="楷体_GB2312" pitchFamily="49" charset="-122"/>
                <a:ea typeface="楷体_GB2312" pitchFamily="49" charset="-122"/>
              </a:rPr>
              <a:t>x</a:t>
            </a:r>
            <a:r>
              <a:rPr lang="zh-CN" altLang="en-US" b="1" dirty="0">
                <a:solidFill>
                  <a:srgbClr val="663300"/>
                </a:solidFill>
                <a:latin typeface="楷体_GB2312" pitchFamily="49" charset="-122"/>
                <a:ea typeface="楷体_GB2312" pitchFamily="49" charset="-122"/>
              </a:rPr>
              <a:t>是一个正整数，则</a:t>
            </a:r>
            <a:r>
              <a:rPr lang="en-US" altLang="zh-CN" b="1" dirty="0">
                <a:solidFill>
                  <a:srgbClr val="663300"/>
                </a:solidFill>
                <a:latin typeface="楷体_GB2312" pitchFamily="49" charset="-122"/>
                <a:ea typeface="楷体_GB2312" pitchFamily="49" charset="-122"/>
              </a:rPr>
              <a:t>-x</a:t>
            </a:r>
            <a:r>
              <a:rPr lang="zh-CN" altLang="en-US" b="1" dirty="0">
                <a:solidFill>
                  <a:srgbClr val="663300"/>
                </a:solidFill>
                <a:latin typeface="楷体_GB2312" pitchFamily="49" charset="-122"/>
                <a:ea typeface="楷体_GB2312" pitchFamily="49" charset="-122"/>
              </a:rPr>
              <a:t>的补码表示是</a:t>
            </a:r>
            <a:r>
              <a:rPr lang="en-US" altLang="zh-CN" b="1" dirty="0">
                <a:solidFill>
                  <a:srgbClr val="663300"/>
                </a:solidFill>
                <a:latin typeface="楷体_GB2312" pitchFamily="49" charset="-122"/>
                <a:ea typeface="楷体_GB2312" pitchFamily="49" charset="-122"/>
              </a:rPr>
              <a:t>x</a:t>
            </a:r>
            <a:r>
              <a:rPr lang="zh-CN" altLang="en-US" b="1" dirty="0">
                <a:solidFill>
                  <a:srgbClr val="663300"/>
                </a:solidFill>
                <a:latin typeface="楷体_GB2312" pitchFamily="49" charset="-122"/>
                <a:ea typeface="楷体_GB2312" pitchFamily="49" charset="-122"/>
              </a:rPr>
              <a:t>的</a:t>
            </a:r>
            <a:r>
              <a:rPr lang="zh-CN" altLang="en-US" b="1" dirty="0">
                <a:solidFill>
                  <a:srgbClr val="663300"/>
                </a:solidFill>
                <a:highlight>
                  <a:srgbClr val="FFFF00"/>
                </a:highlight>
                <a:latin typeface="楷体_GB2312" pitchFamily="49" charset="-122"/>
                <a:ea typeface="楷体_GB2312" pitchFamily="49" charset="-122"/>
              </a:rPr>
              <a:t>反码</a:t>
            </a:r>
            <a:r>
              <a:rPr lang="zh-CN" altLang="en-US" b="1" dirty="0">
                <a:solidFill>
                  <a:srgbClr val="663300"/>
                </a:solidFill>
                <a:latin typeface="楷体_GB2312" pitchFamily="49" charset="-122"/>
                <a:ea typeface="楷体_GB2312" pitchFamily="49" charset="-122"/>
              </a:rPr>
              <a:t>加上</a:t>
            </a:r>
            <a:r>
              <a:rPr lang="en-US" altLang="zh-CN" b="1" dirty="0">
                <a:solidFill>
                  <a:srgbClr val="663300"/>
                </a:solidFill>
                <a:latin typeface="楷体_GB2312" pitchFamily="49" charset="-122"/>
                <a:ea typeface="楷体_GB2312" pitchFamily="49" charset="-122"/>
              </a:rPr>
              <a:t>1</a:t>
            </a:r>
            <a:r>
              <a:rPr lang="zh-CN" altLang="en-US" b="1" dirty="0">
                <a:solidFill>
                  <a:srgbClr val="663300"/>
                </a:solidFill>
                <a:latin typeface="楷体_GB2312" pitchFamily="49" charset="-122"/>
                <a:ea typeface="楷体_GB2312" pitchFamily="49" charset="-122"/>
              </a:rPr>
              <a:t>。</a:t>
            </a:r>
          </a:p>
          <a:p>
            <a:pPr marL="0" indent="0">
              <a:buFont typeface="Monotype Sorts" pitchFamily="2" charset="2"/>
              <a:buNone/>
            </a:pPr>
            <a:endParaRPr lang="zh-CN" altLang="en-US" b="1" dirty="0">
              <a:solidFill>
                <a:srgbClr val="663300"/>
              </a:solidFill>
              <a:latin typeface="楷体_GB2312" pitchFamily="49" charset="-122"/>
              <a:ea typeface="楷体_GB2312" pitchFamily="49" charset="-122"/>
            </a:endParaRPr>
          </a:p>
          <a:p>
            <a:pPr marL="0" indent="0">
              <a:buFont typeface="Monotype Sorts" pitchFamily="2" charset="2"/>
              <a:buNone/>
            </a:pPr>
            <a:r>
              <a:rPr lang="zh-CN" altLang="en-US" b="1" dirty="0">
                <a:solidFill>
                  <a:srgbClr val="663300"/>
                </a:solidFill>
                <a:latin typeface="楷体_GB2312" pitchFamily="49" charset="-122"/>
                <a:ea typeface="楷体_GB2312" pitchFamily="49" charset="-122"/>
              </a:rPr>
              <a:t>用补码表示负整数是为了</a:t>
            </a:r>
            <a:r>
              <a:rPr lang="zh-CN" altLang="en-US" b="1" dirty="0">
                <a:solidFill>
                  <a:srgbClr val="663300"/>
                </a:solidFill>
                <a:highlight>
                  <a:srgbClr val="FFFF00"/>
                </a:highlight>
                <a:latin typeface="楷体_GB2312" pitchFamily="49" charset="-122"/>
                <a:ea typeface="楷体_GB2312" pitchFamily="49" charset="-122"/>
              </a:rPr>
              <a:t>简化整数的运算</a:t>
            </a:r>
          </a:p>
        </p:txBody>
      </p:sp>
      <p:sp>
        <p:nvSpPr>
          <p:cNvPr id="5" name="灯片编号占位符 5"/>
          <p:cNvSpPr>
            <a:spLocks noGrp="1"/>
          </p:cNvSpPr>
          <p:nvPr>
            <p:ph type="sldNum" sz="quarter" idx="12"/>
          </p:nvPr>
        </p:nvSpPr>
        <p:spPr/>
        <p:txBody>
          <a:bodyPr/>
          <a:lstStyle/>
          <a:p>
            <a:fld id="{B3162308-78F1-4F7D-8049-F477780E6DB6}" type="slidenum">
              <a:rPr lang="en-US" altLang="zh-CN"/>
              <a:pPr/>
              <a:t>6</a:t>
            </a:fld>
            <a:endParaRPr lang="en-US" altLang="zh-CN"/>
          </a:p>
        </p:txBody>
      </p:sp>
      <p:sp>
        <p:nvSpPr>
          <p:cNvPr id="4" name="Rectangle 3"/>
          <p:cNvSpPr/>
          <p:nvPr/>
        </p:nvSpPr>
        <p:spPr>
          <a:xfrm>
            <a:off x="971600" y="3671049"/>
            <a:ext cx="8358214" cy="1754326"/>
          </a:xfrm>
          <a:prstGeom prst="rect">
            <a:avLst/>
          </a:prstGeom>
        </p:spPr>
        <p:txBody>
          <a:bodyPr wrap="square">
            <a:spAutoFit/>
          </a:bodyPr>
          <a:lstStyle/>
          <a:p>
            <a:r>
              <a:rPr lang="en-US" altLang="zh-CN" b="1" dirty="0"/>
              <a:t>x =1        </a:t>
            </a:r>
            <a:r>
              <a:rPr lang="zh-CN" altLang="en-US" b="1" dirty="0"/>
              <a:t>       </a:t>
            </a:r>
            <a:r>
              <a:rPr lang="en-US" altLang="zh-CN" b="1" dirty="0"/>
              <a:t>0 0 0 0 0 0 0 0 0 0 0 0 0 0 0 1</a:t>
            </a:r>
          </a:p>
          <a:p>
            <a:r>
              <a:rPr lang="en-US" altLang="zh-CN" b="1" dirty="0"/>
              <a:t>       </a:t>
            </a:r>
            <a:r>
              <a:rPr lang="zh-CN" altLang="en-US" b="1" dirty="0"/>
              <a:t> </a:t>
            </a:r>
            <a:r>
              <a:rPr lang="en-US" altLang="zh-CN" b="1" dirty="0"/>
              <a:t> </a:t>
            </a:r>
            <a:r>
              <a:rPr lang="zh-CN" altLang="en-US" sz="3200" b="1" dirty="0"/>
              <a:t>反码</a:t>
            </a:r>
            <a:r>
              <a:rPr lang="zh-CN" altLang="en-US" b="1" dirty="0"/>
              <a:t>      </a:t>
            </a:r>
            <a:r>
              <a:rPr lang="en-US" altLang="zh-CN" b="1" dirty="0"/>
              <a:t>1 1 1 1 1 1 1 1 1 1 1 1 1 1 1 0</a:t>
            </a:r>
          </a:p>
          <a:p>
            <a:r>
              <a:rPr lang="en-US" altLang="zh-CN" b="1" dirty="0"/>
              <a:t> -1     </a:t>
            </a:r>
            <a:r>
              <a:rPr lang="zh-CN" altLang="en-US" sz="3200" b="1" dirty="0"/>
              <a:t>补码</a:t>
            </a:r>
            <a:r>
              <a:rPr lang="zh-CN" altLang="en-US" b="1" dirty="0"/>
              <a:t> </a:t>
            </a:r>
            <a:r>
              <a:rPr lang="en-US" altLang="zh-CN" b="1" dirty="0"/>
              <a:t>     1 1 1 1 1 1 1 1 1 1 1 1 1 1 1 1</a:t>
            </a:r>
            <a:endParaRPr lang="zh-CN" altLang="en-US" dirty="0"/>
          </a:p>
        </p:txBody>
      </p:sp>
      <p:sp>
        <p:nvSpPr>
          <p:cNvPr id="2" name="文本框 1">
            <a:extLst>
              <a:ext uri="{FF2B5EF4-FFF2-40B4-BE49-F238E27FC236}">
                <a16:creationId xmlns:a16="http://schemas.microsoft.com/office/drawing/2014/main" id="{7D9A3213-5E64-467A-9674-A8F6213F8D83}"/>
              </a:ext>
            </a:extLst>
          </p:cNvPr>
          <p:cNvSpPr txBox="1"/>
          <p:nvPr/>
        </p:nvSpPr>
        <p:spPr>
          <a:xfrm>
            <a:off x="251520" y="5377433"/>
            <a:ext cx="8219256" cy="830997"/>
          </a:xfrm>
          <a:prstGeom prst="rect">
            <a:avLst/>
          </a:prstGeom>
          <a:noFill/>
        </p:spPr>
        <p:txBody>
          <a:bodyPr wrap="square" rtlCol="0">
            <a:spAutoFit/>
          </a:bodyPr>
          <a:lstStyle/>
          <a:p>
            <a:r>
              <a:rPr lang="zh-CN" altLang="en-US" sz="2400" dirty="0"/>
              <a:t>补码的方式表示负数有利于</a:t>
            </a:r>
            <a:r>
              <a:rPr lang="zh-CN" altLang="en-US" sz="2400" dirty="0">
                <a:highlight>
                  <a:srgbClr val="FFFF00"/>
                </a:highlight>
              </a:rPr>
              <a:t>简化</a:t>
            </a:r>
            <a:r>
              <a:rPr lang="zh-CN" altLang="en-US" sz="2400" dirty="0"/>
              <a:t>“</a:t>
            </a:r>
            <a:r>
              <a:rPr lang="en-US" altLang="zh-CN" sz="2400" dirty="0"/>
              <a:t>+</a:t>
            </a:r>
            <a:r>
              <a:rPr lang="zh-CN" altLang="en-US" sz="2400" dirty="0"/>
              <a:t>”“</a:t>
            </a:r>
            <a:r>
              <a:rPr lang="en-US" altLang="zh-CN" sz="2400" dirty="0"/>
              <a:t>-</a:t>
            </a:r>
            <a:r>
              <a:rPr lang="zh-CN" altLang="en-US" sz="2400" dirty="0"/>
              <a:t>”等基本运算。</a:t>
            </a:r>
            <a:r>
              <a:rPr lang="en-US" altLang="zh-CN" sz="2400" dirty="0"/>
              <a:t>1+</a:t>
            </a:r>
            <a:r>
              <a:rPr lang="zh-CN" altLang="en-US" sz="2400" dirty="0"/>
              <a:t>（</a:t>
            </a:r>
            <a:r>
              <a:rPr lang="en-US" altLang="zh-CN" sz="2400" dirty="0"/>
              <a:t>-1</a:t>
            </a:r>
            <a:r>
              <a:rPr lang="zh-CN" altLang="en-US" sz="2400" dirty="0"/>
              <a:t>）</a:t>
            </a:r>
            <a:r>
              <a:rPr lang="en-US" altLang="zh-CN" sz="2400" dirty="0"/>
              <a:t>=0</a:t>
            </a:r>
            <a:r>
              <a:rPr lang="zh-CN" altLang="en-US" sz="2400" dirty="0"/>
              <a:t>，通过补码运算非常便捷。</a:t>
            </a:r>
          </a:p>
        </p:txBody>
      </p:sp>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42" name="Rectangle 2"/>
          <p:cNvSpPr>
            <a:spLocks noGrp="1" noChangeArrowheads="1"/>
          </p:cNvSpPr>
          <p:nvPr>
            <p:ph idx="1"/>
          </p:nvPr>
        </p:nvSpPr>
        <p:spPr>
          <a:xfrm>
            <a:off x="285720" y="857232"/>
            <a:ext cx="8628093" cy="5572164"/>
          </a:xfrm>
        </p:spPr>
        <p:txBody>
          <a:bodyPr>
            <a:normAutofit fontScale="92500" lnSpcReduction="10000"/>
          </a:bodyPr>
          <a:lstStyle/>
          <a:p>
            <a:r>
              <a:rPr lang="zh-CN" altLang="en-US" sz="3200" b="1" dirty="0">
                <a:solidFill>
                  <a:srgbClr val="C00000"/>
                </a:solidFill>
              </a:rPr>
              <a:t>带符号整型数据与无符号整型数据的区别</a:t>
            </a:r>
            <a:r>
              <a:rPr lang="en-US" altLang="zh-CN" sz="3200" b="1" dirty="0">
                <a:solidFill>
                  <a:srgbClr val="C00000"/>
                </a:solidFill>
              </a:rPr>
              <a:t>:</a:t>
            </a:r>
            <a:endParaRPr lang="zh-CN" altLang="en-US" sz="2800" b="1" dirty="0">
              <a:solidFill>
                <a:srgbClr val="C00000"/>
              </a:solidFill>
            </a:endParaRPr>
          </a:p>
          <a:p>
            <a:pPr>
              <a:buNone/>
            </a:pPr>
            <a:r>
              <a:rPr lang="zh-CN" altLang="en-US" sz="2800" b="1" dirty="0"/>
              <a:t>设整数用</a:t>
            </a:r>
            <a:r>
              <a:rPr lang="en-US" altLang="zh-CN" sz="2800" b="1" dirty="0"/>
              <a:t>16</a:t>
            </a:r>
            <a:r>
              <a:rPr lang="zh-CN" altLang="en-US" sz="2800" b="1" dirty="0"/>
              <a:t>位二进位表示</a:t>
            </a:r>
          </a:p>
          <a:p>
            <a:r>
              <a:rPr lang="zh-CN" altLang="en-US" sz="2800" b="1" dirty="0"/>
              <a:t>带符号整数，代码：</a:t>
            </a:r>
            <a:r>
              <a:rPr lang="en-US" altLang="zh-CN" sz="2800" b="1" dirty="0"/>
              <a:t>0 1 1 1 1 1 1 1 1 1 1 1 1 1 1 1</a:t>
            </a:r>
          </a:p>
          <a:p>
            <a:pPr>
              <a:buFont typeface="Monotype Sorts" pitchFamily="2" charset="2"/>
              <a:buNone/>
            </a:pPr>
            <a:r>
              <a:rPr lang="en-US" altLang="zh-CN" sz="2800" b="1" dirty="0">
                <a:cs typeface="Arial" charset="0"/>
              </a:rPr>
              <a:t>  </a:t>
            </a:r>
            <a:r>
              <a:rPr lang="zh-CN" altLang="en-US" sz="2800" b="1" dirty="0">
                <a:cs typeface="Arial" charset="0"/>
              </a:rPr>
              <a:t>最高位是</a:t>
            </a:r>
            <a:r>
              <a:rPr lang="zh-CN" altLang="en-US" sz="2800" b="1" dirty="0"/>
              <a:t>符号位：</a:t>
            </a:r>
            <a:r>
              <a:rPr lang="en-US" altLang="zh-CN" sz="2800" b="1" dirty="0">
                <a:solidFill>
                  <a:srgbClr val="C00000"/>
                </a:solidFill>
              </a:rPr>
              <a:t>0</a:t>
            </a:r>
            <a:r>
              <a:rPr lang="zh-CN" altLang="en-US" sz="2800" b="1" dirty="0">
                <a:solidFill>
                  <a:srgbClr val="C00000"/>
                </a:solidFill>
              </a:rPr>
              <a:t>表示正 </a:t>
            </a:r>
            <a:r>
              <a:rPr lang="en-US" altLang="zh-CN" sz="2800" b="1" dirty="0">
                <a:solidFill>
                  <a:srgbClr val="C00000"/>
                </a:solidFill>
              </a:rPr>
              <a:t>/1表示负</a:t>
            </a:r>
            <a:r>
              <a:rPr lang="en-US" altLang="zh-CN" sz="2800" b="1" dirty="0"/>
              <a:t>，</a:t>
            </a:r>
            <a:r>
              <a:rPr lang="zh-CN" altLang="en-US" sz="2800" b="1" dirty="0"/>
              <a:t>其余各位是数据位，最大值为</a:t>
            </a:r>
            <a:r>
              <a:rPr lang="en-US" altLang="zh-CN" sz="2800" b="1" dirty="0"/>
              <a:t>32767</a:t>
            </a:r>
            <a:r>
              <a:rPr lang="zh-CN" altLang="en-US" sz="2800" b="1" dirty="0"/>
              <a:t>（即</a:t>
            </a:r>
            <a:r>
              <a:rPr lang="en-US" altLang="zh-CN" sz="2800" b="1" dirty="0"/>
              <a:t>2</a:t>
            </a:r>
            <a:r>
              <a:rPr lang="en-US" altLang="zh-CN" sz="2800" b="1" baseline="30000" dirty="0"/>
              <a:t>15</a:t>
            </a:r>
            <a:r>
              <a:rPr lang="en-US" altLang="zh-CN" sz="2800" b="1" dirty="0"/>
              <a:t>-1</a:t>
            </a:r>
            <a:r>
              <a:rPr lang="zh-CN" altLang="en-US" sz="2800" b="1" dirty="0"/>
              <a:t>）</a:t>
            </a:r>
            <a:endParaRPr lang="en-US" altLang="zh-CN" sz="2800" b="1" dirty="0"/>
          </a:p>
          <a:p>
            <a:pPr>
              <a:buFont typeface="Monotype Sorts" pitchFamily="2" charset="2"/>
              <a:buNone/>
            </a:pPr>
            <a:endParaRPr lang="zh-CN" altLang="en-US" sz="2800" b="1" dirty="0"/>
          </a:p>
          <a:p>
            <a:r>
              <a:rPr lang="zh-CN" altLang="en-US" sz="2800" b="1" dirty="0"/>
              <a:t>带符号整数，代码： </a:t>
            </a:r>
            <a:r>
              <a:rPr lang="en-US" altLang="zh-CN" sz="2800" b="1" dirty="0"/>
              <a:t>1 1 1 1 1 1 1 1 1 1 1 1 1 1 1 1</a:t>
            </a:r>
          </a:p>
          <a:p>
            <a:pPr>
              <a:buNone/>
            </a:pPr>
            <a:r>
              <a:rPr lang="en-US" altLang="zh-CN" sz="2800" b="1" dirty="0">
                <a:cs typeface="Arial" charset="0"/>
              </a:rPr>
              <a:t> </a:t>
            </a:r>
            <a:r>
              <a:rPr lang="zh-CN" altLang="en-US" sz="2800" b="1" dirty="0">
                <a:cs typeface="Arial" charset="0"/>
              </a:rPr>
              <a:t>最高位是</a:t>
            </a:r>
            <a:r>
              <a:rPr lang="zh-CN" altLang="en-US" sz="2800" b="1" dirty="0"/>
              <a:t>符号位：</a:t>
            </a:r>
            <a:r>
              <a:rPr lang="en-US" altLang="zh-CN" sz="2800" b="1" dirty="0"/>
              <a:t>0</a:t>
            </a:r>
            <a:r>
              <a:rPr lang="zh-CN" altLang="en-US" sz="2800" b="1" dirty="0"/>
              <a:t>表示正</a:t>
            </a:r>
            <a:r>
              <a:rPr lang="en-US" altLang="zh-CN" sz="2800" b="1" dirty="0"/>
              <a:t>/</a:t>
            </a:r>
            <a:r>
              <a:rPr lang="en-US" altLang="zh-CN" sz="2800" b="1" dirty="0">
                <a:highlight>
                  <a:srgbClr val="FFFF00"/>
                </a:highlight>
              </a:rPr>
              <a:t>1</a:t>
            </a:r>
            <a:r>
              <a:rPr lang="en-US" altLang="zh-CN" sz="2800" b="1" dirty="0"/>
              <a:t>表示负</a:t>
            </a:r>
            <a:r>
              <a:rPr lang="zh-CN" altLang="en-US" sz="2800" b="1" dirty="0"/>
              <a:t>，其余各位是数据位，一个全</a:t>
            </a:r>
            <a:r>
              <a:rPr lang="en-US" altLang="zh-CN" sz="2800" b="1" dirty="0"/>
              <a:t>1的二进位数，其对应的</a:t>
            </a:r>
            <a:r>
              <a:rPr lang="zh-CN" altLang="en-US" sz="2800" b="1" dirty="0"/>
              <a:t>值为 </a:t>
            </a:r>
            <a:r>
              <a:rPr lang="en-US" altLang="zh-CN" sz="2800" b="1" dirty="0"/>
              <a:t>-1</a:t>
            </a:r>
            <a:r>
              <a:rPr lang="zh-CN" altLang="en-US" sz="2800" b="1" dirty="0"/>
              <a:t>（</a:t>
            </a:r>
            <a:r>
              <a:rPr lang="zh-CN" altLang="en-US" sz="2800" b="1" dirty="0">
                <a:solidFill>
                  <a:srgbClr val="C00000"/>
                </a:solidFill>
              </a:rPr>
              <a:t>负数用补码表示</a:t>
            </a:r>
            <a:r>
              <a:rPr lang="zh-CN" altLang="en-US" sz="2800" b="1" dirty="0"/>
              <a:t>）</a:t>
            </a:r>
            <a:endParaRPr lang="en-US" altLang="zh-CN" sz="2800" b="1" dirty="0"/>
          </a:p>
          <a:p>
            <a:pPr>
              <a:buNone/>
            </a:pPr>
            <a:endParaRPr lang="zh-CN" altLang="en-US" sz="2800" b="1" dirty="0"/>
          </a:p>
          <a:p>
            <a:r>
              <a:rPr lang="zh-CN" altLang="en-US" sz="2800" b="1" dirty="0"/>
              <a:t>无符号整数，代码：</a:t>
            </a:r>
            <a:r>
              <a:rPr lang="en-US" altLang="zh-CN" sz="2800" b="1" dirty="0"/>
              <a:t>1 1 1 1 1 1 1 1 1 1 1 1 1 1 1 1</a:t>
            </a:r>
          </a:p>
          <a:p>
            <a:pPr>
              <a:buFont typeface="Monotype Sorts" pitchFamily="2" charset="2"/>
              <a:buNone/>
            </a:pPr>
            <a:r>
              <a:rPr lang="en-US" altLang="zh-CN" sz="2800" b="1" dirty="0"/>
              <a:t>   16</a:t>
            </a:r>
            <a:r>
              <a:rPr lang="zh-CN" altLang="en-US" sz="2800" b="1" dirty="0"/>
              <a:t>位二进位都是数据位，值为</a:t>
            </a:r>
            <a:r>
              <a:rPr lang="en-US" altLang="zh-CN" sz="2800" b="1" dirty="0"/>
              <a:t>65535</a:t>
            </a:r>
            <a:r>
              <a:rPr lang="zh-CN" altLang="en-US" sz="2800" b="1" dirty="0"/>
              <a:t>（即</a:t>
            </a:r>
            <a:r>
              <a:rPr lang="en-US" altLang="zh-CN" sz="2800" b="1" dirty="0"/>
              <a:t>2</a:t>
            </a:r>
            <a:r>
              <a:rPr lang="en-US" altLang="zh-CN" sz="2800" b="1" baseline="30000" dirty="0"/>
              <a:t>16</a:t>
            </a:r>
            <a:r>
              <a:rPr lang="en-US" altLang="zh-CN" sz="2800" b="1" dirty="0"/>
              <a:t>-1</a:t>
            </a:r>
            <a:r>
              <a:rPr lang="zh-CN" altLang="en-US" sz="2800" b="1" dirty="0"/>
              <a:t>）</a:t>
            </a:r>
          </a:p>
        </p:txBody>
      </p:sp>
      <p:sp>
        <p:nvSpPr>
          <p:cNvPr id="5" name="灯片编号占位符 5"/>
          <p:cNvSpPr>
            <a:spLocks noGrp="1"/>
          </p:cNvSpPr>
          <p:nvPr>
            <p:ph type="sldNum" sz="quarter" idx="12"/>
          </p:nvPr>
        </p:nvSpPr>
        <p:spPr/>
        <p:txBody>
          <a:bodyPr/>
          <a:lstStyle/>
          <a:p>
            <a:fld id="{08956B9F-2723-4C1B-AB97-52C6A62A578B}" type="slidenum">
              <a:rPr lang="en-US" altLang="zh-CN"/>
              <a:pPr/>
              <a:t>7</a:t>
            </a:fld>
            <a:endParaRPr lang="en-US" altLang="zh-CN"/>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71042">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71042">
                                            <p:txEl>
                                              <p:pRg st="6" end="6"/>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71042">
                                            <p:txEl>
                                              <p:pRg st="8" end="8"/>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71042">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3965F763-85A5-4CF1-91ED-091B64EB4F26}"/>
              </a:ext>
            </a:extLst>
          </p:cNvPr>
          <p:cNvSpPr>
            <a:spLocks noGrp="1"/>
          </p:cNvSpPr>
          <p:nvPr>
            <p:ph type="title"/>
          </p:nvPr>
        </p:nvSpPr>
        <p:spPr>
          <a:xfrm>
            <a:off x="395536" y="175977"/>
            <a:ext cx="8229600" cy="720080"/>
          </a:xfrm>
        </p:spPr>
        <p:txBody>
          <a:bodyPr>
            <a:normAutofit fontScale="90000"/>
          </a:bodyPr>
          <a:lstStyle/>
          <a:p>
            <a:r>
              <a:rPr lang="zh-CN" altLang="en-US" dirty="0"/>
              <a:t>再谈负数的机器表示</a:t>
            </a:r>
          </a:p>
        </p:txBody>
      </p:sp>
      <p:pic>
        <p:nvPicPr>
          <p:cNvPr id="4" name="图片 3">
            <a:extLst>
              <a:ext uri="{FF2B5EF4-FFF2-40B4-BE49-F238E27FC236}">
                <a16:creationId xmlns:a16="http://schemas.microsoft.com/office/drawing/2014/main" id="{744C900F-60C2-408A-B48E-68D7F5A5AFB6}"/>
              </a:ext>
            </a:extLst>
          </p:cNvPr>
          <p:cNvPicPr>
            <a:picLocks noChangeAspect="1"/>
          </p:cNvPicPr>
          <p:nvPr/>
        </p:nvPicPr>
        <p:blipFill>
          <a:blip r:embed="rId2"/>
          <a:stretch>
            <a:fillRect/>
          </a:stretch>
        </p:blipFill>
        <p:spPr>
          <a:xfrm>
            <a:off x="17389" y="986307"/>
            <a:ext cx="5112568" cy="5662040"/>
          </a:xfrm>
          <a:prstGeom prst="rect">
            <a:avLst/>
          </a:prstGeom>
        </p:spPr>
      </p:pic>
      <p:pic>
        <p:nvPicPr>
          <p:cNvPr id="6" name="图片 5">
            <a:extLst>
              <a:ext uri="{FF2B5EF4-FFF2-40B4-BE49-F238E27FC236}">
                <a16:creationId xmlns:a16="http://schemas.microsoft.com/office/drawing/2014/main" id="{6468629C-5186-408E-9BF4-98591E37F225}"/>
              </a:ext>
            </a:extLst>
          </p:cNvPr>
          <p:cNvPicPr>
            <a:picLocks noChangeAspect="1"/>
          </p:cNvPicPr>
          <p:nvPr/>
        </p:nvPicPr>
        <p:blipFill>
          <a:blip r:embed="rId3"/>
          <a:stretch>
            <a:fillRect/>
          </a:stretch>
        </p:blipFill>
        <p:spPr>
          <a:xfrm>
            <a:off x="5154180" y="5240772"/>
            <a:ext cx="3943350" cy="1295400"/>
          </a:xfrm>
          <a:prstGeom prst="rect">
            <a:avLst/>
          </a:prstGeom>
        </p:spPr>
      </p:pic>
      <p:pic>
        <p:nvPicPr>
          <p:cNvPr id="8" name="图片 7">
            <a:extLst>
              <a:ext uri="{FF2B5EF4-FFF2-40B4-BE49-F238E27FC236}">
                <a16:creationId xmlns:a16="http://schemas.microsoft.com/office/drawing/2014/main" id="{6F89DBAF-58B1-465D-A46D-64FC98574137}"/>
              </a:ext>
            </a:extLst>
          </p:cNvPr>
          <p:cNvPicPr>
            <a:picLocks noChangeAspect="1"/>
          </p:cNvPicPr>
          <p:nvPr/>
        </p:nvPicPr>
        <p:blipFill>
          <a:blip r:embed="rId4"/>
          <a:stretch>
            <a:fillRect/>
          </a:stretch>
        </p:blipFill>
        <p:spPr>
          <a:xfrm>
            <a:off x="5201719" y="1196752"/>
            <a:ext cx="3657600" cy="3743325"/>
          </a:xfrm>
          <a:prstGeom prst="rect">
            <a:avLst/>
          </a:prstGeom>
        </p:spPr>
      </p:pic>
      <p:grpSp>
        <p:nvGrpSpPr>
          <p:cNvPr id="12" name="组合 11">
            <a:extLst>
              <a:ext uri="{FF2B5EF4-FFF2-40B4-BE49-F238E27FC236}">
                <a16:creationId xmlns:a16="http://schemas.microsoft.com/office/drawing/2014/main" id="{3D140455-3EEA-40D8-B32F-8F405E4CA1E7}"/>
              </a:ext>
            </a:extLst>
          </p:cNvPr>
          <p:cNvGrpSpPr/>
          <p:nvPr/>
        </p:nvGrpSpPr>
        <p:grpSpPr>
          <a:xfrm>
            <a:off x="7495711" y="451350"/>
            <a:ext cx="1584176" cy="3381724"/>
            <a:chOff x="7495711" y="451350"/>
            <a:chExt cx="1584176" cy="3381724"/>
          </a:xfrm>
        </p:grpSpPr>
        <p:sp>
          <p:nvSpPr>
            <p:cNvPr id="3" name="文本框 2">
              <a:extLst>
                <a:ext uri="{FF2B5EF4-FFF2-40B4-BE49-F238E27FC236}">
                  <a16:creationId xmlns:a16="http://schemas.microsoft.com/office/drawing/2014/main" id="{072DFD6F-B80E-4D50-B4AB-DD7B91CC226A}"/>
                </a:ext>
              </a:extLst>
            </p:cNvPr>
            <p:cNvSpPr txBox="1"/>
            <p:nvPr/>
          </p:nvSpPr>
          <p:spPr>
            <a:xfrm>
              <a:off x="7495711" y="451350"/>
              <a:ext cx="1584176" cy="461665"/>
            </a:xfrm>
            <a:prstGeom prst="rect">
              <a:avLst/>
            </a:prstGeom>
            <a:noFill/>
          </p:spPr>
          <p:txBody>
            <a:bodyPr wrap="square" rtlCol="0">
              <a:spAutoFit/>
            </a:bodyPr>
            <a:lstStyle/>
            <a:p>
              <a:r>
                <a:rPr lang="en-US" altLang="zh-CN" sz="2400" dirty="0">
                  <a:solidFill>
                    <a:srgbClr val="FF0000"/>
                  </a:solidFill>
                </a:rPr>
                <a:t>%d-</a:t>
              </a:r>
              <a:r>
                <a:rPr lang="en-US" altLang="zh-CN" sz="2400" dirty="0">
                  <a:solidFill>
                    <a:srgbClr val="FF0000"/>
                  </a:solidFill>
                  <a:sym typeface="Wingdings" panose="05000000000000000000" pitchFamily="2" charset="2"/>
                </a:rPr>
                <a:t> int</a:t>
              </a:r>
              <a:endParaRPr lang="zh-CN" altLang="en-US" sz="2400" dirty="0">
                <a:solidFill>
                  <a:srgbClr val="FF0000"/>
                </a:solidFill>
              </a:endParaRPr>
            </a:p>
          </p:txBody>
        </p:sp>
        <p:cxnSp>
          <p:nvCxnSpPr>
            <p:cNvPr id="10" name="直接箭头连接符 9">
              <a:extLst>
                <a:ext uri="{FF2B5EF4-FFF2-40B4-BE49-F238E27FC236}">
                  <a16:creationId xmlns:a16="http://schemas.microsoft.com/office/drawing/2014/main" id="{F2EAAA1E-2334-48CE-AF2C-BD4549F0FC55}"/>
                </a:ext>
              </a:extLst>
            </p:cNvPr>
            <p:cNvCxnSpPr>
              <a:cxnSpLocks/>
            </p:cNvCxnSpPr>
            <p:nvPr/>
          </p:nvCxnSpPr>
          <p:spPr>
            <a:xfrm flipH="1">
              <a:off x="7495711" y="896057"/>
              <a:ext cx="1201187" cy="2937017"/>
            </a:xfrm>
            <a:prstGeom prst="straightConnector1">
              <a:avLst/>
            </a:prstGeom>
            <a:ln w="38100">
              <a:solidFill>
                <a:srgbClr val="FF0000"/>
              </a:solidFill>
              <a:prstDash val="sysDot"/>
              <a:tailEnd type="triangle"/>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262085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fade">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fade">
                                      <p:cBhvr>
                                        <p:cTn id="1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5891" name="Rectangle 2051"/>
          <p:cNvSpPr>
            <a:spLocks noGrp="1" noChangeArrowheads="1"/>
          </p:cNvSpPr>
          <p:nvPr>
            <p:ph type="title"/>
          </p:nvPr>
        </p:nvSpPr>
        <p:spPr>
          <a:xfrm>
            <a:off x="395288" y="260350"/>
            <a:ext cx="8064500" cy="936625"/>
          </a:xfrm>
        </p:spPr>
        <p:txBody>
          <a:bodyPr/>
          <a:lstStyle/>
          <a:p>
            <a:r>
              <a:rPr lang="zh-CN" altLang="en-US" sz="3600" b="1" dirty="0">
                <a:solidFill>
                  <a:schemeClr val="tx1"/>
                </a:solidFill>
                <a:latin typeface="黑体" pitchFamily="2" charset="-122"/>
                <a:ea typeface="黑体" pitchFamily="2" charset="-122"/>
              </a:rPr>
              <a:t>整型</a:t>
            </a:r>
            <a:r>
              <a:rPr lang="zh-CN" altLang="en-US" sz="3600" b="1" dirty="0">
                <a:solidFill>
                  <a:schemeClr val="tx1"/>
                </a:solidFill>
                <a:highlight>
                  <a:srgbClr val="FFFF00"/>
                </a:highlight>
                <a:latin typeface="黑体" pitchFamily="2" charset="-122"/>
                <a:ea typeface="黑体" pitchFamily="2" charset="-122"/>
              </a:rPr>
              <a:t>常量</a:t>
            </a:r>
            <a:r>
              <a:rPr lang="zh-CN" altLang="en-US" sz="3600" b="1" dirty="0">
                <a:solidFill>
                  <a:schemeClr val="tx1"/>
                </a:solidFill>
                <a:latin typeface="黑体" pitchFamily="2" charset="-122"/>
                <a:ea typeface="黑体" pitchFamily="2" charset="-122"/>
              </a:rPr>
              <a:t>的书写形式</a:t>
            </a:r>
          </a:p>
        </p:txBody>
      </p:sp>
      <p:sp>
        <p:nvSpPr>
          <p:cNvPr id="165890" name="Rectangle 2050"/>
          <p:cNvSpPr>
            <a:spLocks noGrp="1" noChangeArrowheads="1"/>
          </p:cNvSpPr>
          <p:nvPr>
            <p:ph idx="1"/>
          </p:nvPr>
        </p:nvSpPr>
        <p:spPr>
          <a:xfrm>
            <a:off x="611188" y="1268413"/>
            <a:ext cx="8137525" cy="5256212"/>
          </a:xfrm>
        </p:spPr>
        <p:txBody>
          <a:bodyPr>
            <a:normAutofit/>
          </a:bodyPr>
          <a:lstStyle/>
          <a:p>
            <a:pPr marL="0" indent="0" algn="just"/>
            <a:r>
              <a:rPr lang="zh-CN" altLang="en-US" b="1" dirty="0">
                <a:solidFill>
                  <a:srgbClr val="0000FF"/>
                </a:solidFill>
                <a:effectLst>
                  <a:outerShdw blurRad="38100" dist="38100" dir="2700000" algn="tl">
                    <a:srgbClr val="000000"/>
                  </a:outerShdw>
                </a:effectLst>
                <a:latin typeface="宋体" pitchFamily="2" charset="-122"/>
              </a:rPr>
              <a:t> </a:t>
            </a:r>
            <a:r>
              <a:rPr lang="zh-CN" altLang="en-US" b="1" dirty="0">
                <a:solidFill>
                  <a:schemeClr val="tx2"/>
                </a:solidFill>
                <a:latin typeface="黑体" pitchFamily="2" charset="-122"/>
                <a:ea typeface="黑体" pitchFamily="2" charset="-122"/>
              </a:rPr>
              <a:t>十进制整数：</a:t>
            </a:r>
            <a:r>
              <a:rPr lang="zh-CN" altLang="en-US" b="1" dirty="0">
                <a:latin typeface="宋体" pitchFamily="2" charset="-122"/>
              </a:rPr>
              <a:t>如 </a:t>
            </a:r>
            <a:r>
              <a:rPr lang="en-US" altLang="zh-CN" b="1" dirty="0">
                <a:solidFill>
                  <a:srgbClr val="FF3300"/>
                </a:solidFill>
                <a:latin typeface="宋体" pitchFamily="2" charset="-122"/>
              </a:rPr>
              <a:t>0</a:t>
            </a:r>
            <a:r>
              <a:rPr lang="zh-CN" altLang="en-US" b="1" dirty="0">
                <a:latin typeface="宋体" pitchFamily="2" charset="-122"/>
              </a:rPr>
              <a:t>，</a:t>
            </a:r>
            <a:r>
              <a:rPr lang="en-US" altLang="zh-CN" b="1" dirty="0">
                <a:solidFill>
                  <a:srgbClr val="FF3300"/>
                </a:solidFill>
                <a:latin typeface="宋体" pitchFamily="2" charset="-122"/>
              </a:rPr>
              <a:t>123</a:t>
            </a:r>
            <a:r>
              <a:rPr lang="zh-CN" altLang="en-US" b="1" dirty="0">
                <a:latin typeface="宋体" pitchFamily="2" charset="-122"/>
              </a:rPr>
              <a:t>，</a:t>
            </a:r>
            <a:r>
              <a:rPr lang="en-US" altLang="zh-CN" b="1" dirty="0">
                <a:solidFill>
                  <a:srgbClr val="FF3300"/>
                </a:solidFill>
                <a:latin typeface="宋体" pitchFamily="2" charset="-122"/>
              </a:rPr>
              <a:t>-45</a:t>
            </a:r>
            <a:r>
              <a:rPr lang="zh-CN" altLang="en-US" b="1" dirty="0">
                <a:latin typeface="宋体" pitchFamily="2" charset="-122"/>
              </a:rPr>
              <a:t>。</a:t>
            </a:r>
            <a:endParaRPr lang="en-US" altLang="zh-CN" b="1" dirty="0">
              <a:latin typeface="宋体" pitchFamily="2" charset="-122"/>
            </a:endParaRPr>
          </a:p>
          <a:p>
            <a:pPr marL="0" indent="0" algn="just"/>
            <a:r>
              <a:rPr lang="zh-CN" altLang="en-US" b="1" dirty="0">
                <a:solidFill>
                  <a:schemeClr val="tx2"/>
                </a:solidFill>
                <a:latin typeface="黑体" pitchFamily="2" charset="-122"/>
                <a:ea typeface="黑体" pitchFamily="2" charset="-122"/>
              </a:rPr>
              <a:t> 八进制整数：</a:t>
            </a:r>
            <a:r>
              <a:rPr lang="zh-CN" altLang="en-US" b="1" dirty="0">
                <a:solidFill>
                  <a:srgbClr val="FF3300"/>
                </a:solidFill>
                <a:latin typeface="宋体" pitchFamily="2" charset="-122"/>
              </a:rPr>
              <a:t>以数字</a:t>
            </a:r>
            <a:r>
              <a:rPr lang="en-US" altLang="zh-CN" b="1" dirty="0">
                <a:solidFill>
                  <a:srgbClr val="FF3300"/>
                </a:solidFill>
                <a:latin typeface="宋体" pitchFamily="2" charset="-122"/>
              </a:rPr>
              <a:t>0</a:t>
            </a:r>
            <a:r>
              <a:rPr lang="zh-CN" altLang="en-US" b="1" dirty="0">
                <a:solidFill>
                  <a:srgbClr val="FF3300"/>
                </a:solidFill>
                <a:latin typeface="宋体" pitchFamily="2" charset="-122"/>
              </a:rPr>
              <a:t>开头</a:t>
            </a:r>
            <a:r>
              <a:rPr lang="zh-CN" altLang="en-US" b="1" dirty="0">
                <a:latin typeface="宋体" pitchFamily="2" charset="-122"/>
              </a:rPr>
              <a:t>，并由</a:t>
            </a:r>
            <a:r>
              <a:rPr lang="en-US" altLang="zh-CN" b="1" dirty="0">
                <a:latin typeface="宋体" pitchFamily="2" charset="-122"/>
              </a:rPr>
              <a:t>0</a:t>
            </a:r>
            <a:r>
              <a:rPr lang="zh-CN" altLang="en-US" b="1" dirty="0">
                <a:latin typeface="宋体" pitchFamily="2" charset="-122"/>
              </a:rPr>
              <a:t>～</a:t>
            </a:r>
            <a:r>
              <a:rPr lang="en-US" altLang="zh-CN" b="1" dirty="0">
                <a:latin typeface="宋体" pitchFamily="2" charset="-122"/>
              </a:rPr>
              <a:t>7</a:t>
            </a:r>
            <a:r>
              <a:rPr lang="zh-CN" altLang="en-US" b="1" dirty="0">
                <a:latin typeface="宋体" pitchFamily="2" charset="-122"/>
              </a:rPr>
              <a:t>组成的数字符序列。如：</a:t>
            </a:r>
            <a:r>
              <a:rPr lang="en-US" altLang="zh-CN" b="1" dirty="0">
                <a:solidFill>
                  <a:srgbClr val="FF3300"/>
                </a:solidFill>
                <a:latin typeface="宋体" pitchFamily="2" charset="-122"/>
              </a:rPr>
              <a:t>0123</a:t>
            </a:r>
            <a:r>
              <a:rPr lang="zh-CN" altLang="en-US" b="1" dirty="0">
                <a:latin typeface="宋体" pitchFamily="2" charset="-122"/>
              </a:rPr>
              <a:t>表示八进制整数，其值等于十进制整数为：</a:t>
            </a:r>
            <a:r>
              <a:rPr lang="en-US" altLang="zh-CN" sz="2800" b="1" dirty="0">
                <a:solidFill>
                  <a:srgbClr val="C00000"/>
                </a:solidFill>
                <a:latin typeface="宋体" pitchFamily="2" charset="-122"/>
              </a:rPr>
              <a:t>1*8</a:t>
            </a:r>
            <a:r>
              <a:rPr lang="en-US" altLang="zh-CN" sz="2800" b="1" baseline="30000" dirty="0">
                <a:solidFill>
                  <a:srgbClr val="C00000"/>
                </a:solidFill>
                <a:latin typeface="宋体" pitchFamily="2" charset="-122"/>
              </a:rPr>
              <a:t>2</a:t>
            </a:r>
            <a:r>
              <a:rPr lang="en-US" altLang="zh-CN" sz="2800" b="1" dirty="0">
                <a:solidFill>
                  <a:srgbClr val="C00000"/>
                </a:solidFill>
                <a:latin typeface="宋体" pitchFamily="2" charset="-122"/>
              </a:rPr>
              <a:t> + 2*8</a:t>
            </a:r>
            <a:r>
              <a:rPr lang="en-US" altLang="zh-CN" sz="2800" b="1" baseline="30000" dirty="0">
                <a:solidFill>
                  <a:srgbClr val="C00000"/>
                </a:solidFill>
                <a:latin typeface="宋体" pitchFamily="2" charset="-122"/>
              </a:rPr>
              <a:t>1 </a:t>
            </a:r>
            <a:r>
              <a:rPr lang="en-US" altLang="zh-CN" sz="2800" b="1" dirty="0">
                <a:solidFill>
                  <a:srgbClr val="C00000"/>
                </a:solidFill>
                <a:latin typeface="宋体" pitchFamily="2" charset="-122"/>
              </a:rPr>
              <a:t>+ 3 = 83</a:t>
            </a:r>
            <a:endParaRPr lang="en-US" altLang="zh-CN" b="1" dirty="0">
              <a:solidFill>
                <a:srgbClr val="C00000"/>
              </a:solidFill>
              <a:latin typeface="宋体" pitchFamily="2" charset="-122"/>
            </a:endParaRPr>
          </a:p>
          <a:p>
            <a:pPr marL="0" indent="0" algn="just"/>
            <a:r>
              <a:rPr lang="zh-CN" b="1" dirty="0">
                <a:solidFill>
                  <a:srgbClr val="0000FF"/>
                </a:solidFill>
                <a:latin typeface="宋体" pitchFamily="2" charset="-122"/>
              </a:rPr>
              <a:t> </a:t>
            </a:r>
            <a:r>
              <a:rPr lang="zh-CN" altLang="en-US" b="1" dirty="0">
                <a:solidFill>
                  <a:schemeClr val="tx2"/>
                </a:solidFill>
                <a:latin typeface="黑体" pitchFamily="2" charset="-122"/>
                <a:ea typeface="黑体" pitchFamily="2" charset="-122"/>
              </a:rPr>
              <a:t>十六进制整数：</a:t>
            </a:r>
            <a:r>
              <a:rPr lang="zh-CN" altLang="en-US" b="1" dirty="0">
                <a:solidFill>
                  <a:srgbClr val="FF3300"/>
                </a:solidFill>
                <a:latin typeface="宋体" pitchFamily="2" charset="-122"/>
              </a:rPr>
              <a:t>以</a:t>
            </a:r>
            <a:r>
              <a:rPr lang="en-US" altLang="zh-CN" b="1" dirty="0">
                <a:solidFill>
                  <a:srgbClr val="FF3300"/>
                </a:solidFill>
                <a:latin typeface="宋体" pitchFamily="2" charset="-122"/>
              </a:rPr>
              <a:t>0x(</a:t>
            </a:r>
            <a:r>
              <a:rPr lang="zh-CN" altLang="en-US" b="1" dirty="0">
                <a:solidFill>
                  <a:srgbClr val="FF3300"/>
                </a:solidFill>
                <a:latin typeface="宋体" pitchFamily="2" charset="-122"/>
              </a:rPr>
              <a:t>或</a:t>
            </a:r>
            <a:r>
              <a:rPr lang="en-US" altLang="zh-CN" b="1" dirty="0">
                <a:solidFill>
                  <a:srgbClr val="FF3300"/>
                </a:solidFill>
                <a:latin typeface="宋体" pitchFamily="2" charset="-122"/>
              </a:rPr>
              <a:t>0X)</a:t>
            </a:r>
            <a:r>
              <a:rPr lang="zh-CN" altLang="en-US" b="1" dirty="0">
                <a:solidFill>
                  <a:srgbClr val="FF3300"/>
                </a:solidFill>
                <a:latin typeface="宋体" pitchFamily="2" charset="-122"/>
              </a:rPr>
              <a:t>开头</a:t>
            </a:r>
            <a:r>
              <a:rPr lang="zh-CN" altLang="en-US" b="1" dirty="0">
                <a:latin typeface="宋体" pitchFamily="2" charset="-122"/>
              </a:rPr>
              <a:t>，并由十六进制数的数字符组成的数字符序列。表示十六进制数的数字符有 </a:t>
            </a:r>
            <a:r>
              <a:rPr lang="en-US" altLang="zh-CN" b="1" dirty="0">
                <a:latin typeface="宋体" pitchFamily="2" charset="-122"/>
              </a:rPr>
              <a:t>16 </a:t>
            </a:r>
            <a:r>
              <a:rPr lang="zh-CN" altLang="en-US" b="1" dirty="0">
                <a:latin typeface="宋体" pitchFamily="2" charset="-122"/>
              </a:rPr>
              <a:t>个：</a:t>
            </a:r>
            <a:r>
              <a:rPr lang="en-US" altLang="zh-CN" b="1" dirty="0">
                <a:latin typeface="宋体" pitchFamily="2" charset="-122"/>
              </a:rPr>
              <a:t>0</a:t>
            </a:r>
            <a:r>
              <a:rPr lang="zh-CN" altLang="en-US" b="1" dirty="0">
                <a:latin typeface="宋体" pitchFamily="2" charset="-122"/>
              </a:rPr>
              <a:t>～</a:t>
            </a:r>
            <a:r>
              <a:rPr lang="en-US" altLang="zh-CN" b="1" dirty="0">
                <a:latin typeface="宋体" pitchFamily="2" charset="-122"/>
              </a:rPr>
              <a:t>9 </a:t>
            </a:r>
            <a:r>
              <a:rPr lang="zh-CN" altLang="en-US" b="1" dirty="0">
                <a:latin typeface="宋体" pitchFamily="2" charset="-122"/>
              </a:rPr>
              <a:t>和 </a:t>
            </a:r>
            <a:r>
              <a:rPr lang="en-US" altLang="zh-CN" b="1" dirty="0">
                <a:latin typeface="宋体" pitchFamily="2" charset="-122"/>
              </a:rPr>
              <a:t>A</a:t>
            </a:r>
            <a:r>
              <a:rPr lang="zh-CN" altLang="en-US" b="1" dirty="0">
                <a:latin typeface="宋体" pitchFamily="2" charset="-122"/>
              </a:rPr>
              <a:t>、</a:t>
            </a:r>
            <a:r>
              <a:rPr lang="en-US" altLang="zh-CN" b="1" dirty="0">
                <a:latin typeface="宋体" pitchFamily="2" charset="-122"/>
              </a:rPr>
              <a:t>B</a:t>
            </a:r>
            <a:r>
              <a:rPr lang="zh-CN" altLang="en-US" b="1" dirty="0">
                <a:latin typeface="宋体" pitchFamily="2" charset="-122"/>
              </a:rPr>
              <a:t>、</a:t>
            </a:r>
            <a:r>
              <a:rPr lang="en-US" altLang="zh-CN" b="1" dirty="0">
                <a:latin typeface="宋体" pitchFamily="2" charset="-122"/>
              </a:rPr>
              <a:t>C</a:t>
            </a:r>
            <a:r>
              <a:rPr lang="zh-CN" altLang="en-US" b="1" dirty="0">
                <a:latin typeface="宋体" pitchFamily="2" charset="-122"/>
              </a:rPr>
              <a:t>、</a:t>
            </a:r>
            <a:r>
              <a:rPr lang="en-US" altLang="zh-CN" b="1" dirty="0">
                <a:latin typeface="宋体" pitchFamily="2" charset="-122"/>
              </a:rPr>
              <a:t>D</a:t>
            </a:r>
            <a:r>
              <a:rPr lang="zh-CN" altLang="en-US" b="1" dirty="0">
                <a:latin typeface="宋体" pitchFamily="2" charset="-122"/>
              </a:rPr>
              <a:t>、</a:t>
            </a:r>
            <a:r>
              <a:rPr lang="en-US" altLang="zh-CN" b="1" dirty="0">
                <a:latin typeface="宋体" pitchFamily="2" charset="-122"/>
              </a:rPr>
              <a:t>E</a:t>
            </a:r>
            <a:r>
              <a:rPr lang="zh-CN" altLang="en-US" b="1" dirty="0">
                <a:latin typeface="宋体" pitchFamily="2" charset="-122"/>
              </a:rPr>
              <a:t>、</a:t>
            </a:r>
            <a:r>
              <a:rPr lang="en-US" altLang="zh-CN" b="1" dirty="0">
                <a:latin typeface="宋体" pitchFamily="2" charset="-122"/>
              </a:rPr>
              <a:t>F</a:t>
            </a:r>
            <a:r>
              <a:rPr lang="zh-CN" altLang="en-US" b="1" dirty="0">
                <a:latin typeface="宋体" pitchFamily="2" charset="-122"/>
              </a:rPr>
              <a:t>，其中六个字母也可以小写</a:t>
            </a:r>
          </a:p>
          <a:p>
            <a:pPr marL="0" indent="0" algn="just">
              <a:buFont typeface="Monotype Sorts" pitchFamily="2" charset="2"/>
              <a:buNone/>
            </a:pPr>
            <a:r>
              <a:rPr lang="zh-CN" altLang="en-US" b="1" dirty="0">
                <a:latin typeface="宋体" pitchFamily="2" charset="-122"/>
              </a:rPr>
              <a:t>如：</a:t>
            </a:r>
            <a:r>
              <a:rPr lang="en-US" altLang="zh-CN" b="1" dirty="0">
                <a:solidFill>
                  <a:srgbClr val="FF3300"/>
                </a:solidFill>
                <a:latin typeface="宋体" pitchFamily="2" charset="-122"/>
              </a:rPr>
              <a:t>0x123</a:t>
            </a:r>
            <a:r>
              <a:rPr lang="zh-CN" altLang="en-US" b="1" dirty="0">
                <a:latin typeface="宋体" pitchFamily="2" charset="-122"/>
              </a:rPr>
              <a:t>表示十六进制整数，其值等于十进制整数为：</a:t>
            </a:r>
            <a:r>
              <a:rPr lang="en-US" altLang="zh-CN" b="1" dirty="0">
                <a:solidFill>
                  <a:srgbClr val="C00000"/>
                </a:solidFill>
                <a:latin typeface="宋体" pitchFamily="2" charset="-122"/>
              </a:rPr>
              <a:t>1*16</a:t>
            </a:r>
            <a:r>
              <a:rPr lang="en-US" altLang="zh-CN" b="1" baseline="30000" dirty="0">
                <a:solidFill>
                  <a:srgbClr val="C00000"/>
                </a:solidFill>
                <a:latin typeface="宋体" pitchFamily="2" charset="-122"/>
              </a:rPr>
              <a:t>2</a:t>
            </a:r>
            <a:r>
              <a:rPr lang="en-US" altLang="zh-CN" b="1" dirty="0">
                <a:solidFill>
                  <a:srgbClr val="C00000"/>
                </a:solidFill>
                <a:latin typeface="宋体" pitchFamily="2" charset="-122"/>
              </a:rPr>
              <a:t> + 2*16</a:t>
            </a:r>
            <a:r>
              <a:rPr lang="en-US" altLang="zh-CN" b="1" baseline="30000" dirty="0">
                <a:solidFill>
                  <a:srgbClr val="C00000"/>
                </a:solidFill>
                <a:latin typeface="宋体" pitchFamily="2" charset="-122"/>
              </a:rPr>
              <a:t>1</a:t>
            </a:r>
            <a:r>
              <a:rPr lang="en-US" altLang="zh-CN" b="1" dirty="0">
                <a:solidFill>
                  <a:srgbClr val="C00000"/>
                </a:solidFill>
                <a:latin typeface="宋体" pitchFamily="2" charset="-122"/>
              </a:rPr>
              <a:t> + 3 = 291</a:t>
            </a:r>
            <a:endParaRPr lang="en-US" altLang="zh-CN" b="1" dirty="0">
              <a:latin typeface="宋体" pitchFamily="2" charset="-122"/>
            </a:endParaRPr>
          </a:p>
          <a:p>
            <a:pPr marL="0" indent="0" algn="just">
              <a:buFont typeface="Monotype Sorts" pitchFamily="2" charset="2"/>
              <a:buNone/>
            </a:pPr>
            <a:r>
              <a:rPr lang="en-US" altLang="zh-CN" b="1" dirty="0">
                <a:solidFill>
                  <a:srgbClr val="FF3300"/>
                </a:solidFill>
                <a:latin typeface="宋体" pitchFamily="2" charset="-122"/>
              </a:rPr>
              <a:t>0xabc</a:t>
            </a:r>
            <a:r>
              <a:rPr lang="zh-CN" altLang="en-US" b="1" dirty="0">
                <a:latin typeface="宋体" pitchFamily="2" charset="-122"/>
              </a:rPr>
              <a:t>，其值等于</a:t>
            </a:r>
            <a:r>
              <a:rPr lang="en-US" altLang="zh-CN" b="1" dirty="0">
                <a:solidFill>
                  <a:srgbClr val="C00000"/>
                </a:solidFill>
                <a:latin typeface="宋体" pitchFamily="2" charset="-122"/>
              </a:rPr>
              <a:t>10*16</a:t>
            </a:r>
            <a:r>
              <a:rPr lang="en-US" altLang="zh-CN" b="1" baseline="30000" dirty="0">
                <a:solidFill>
                  <a:srgbClr val="C00000"/>
                </a:solidFill>
                <a:latin typeface="宋体" pitchFamily="2" charset="-122"/>
              </a:rPr>
              <a:t>2</a:t>
            </a:r>
            <a:r>
              <a:rPr lang="en-US" altLang="zh-CN" b="1" dirty="0">
                <a:solidFill>
                  <a:srgbClr val="C00000"/>
                </a:solidFill>
                <a:latin typeface="宋体" pitchFamily="2" charset="-122"/>
              </a:rPr>
              <a:t> + 11*16</a:t>
            </a:r>
            <a:r>
              <a:rPr lang="en-US" altLang="zh-CN" b="1" baseline="30000" dirty="0">
                <a:solidFill>
                  <a:srgbClr val="C00000"/>
                </a:solidFill>
                <a:latin typeface="宋体" pitchFamily="2" charset="-122"/>
              </a:rPr>
              <a:t>1</a:t>
            </a:r>
            <a:r>
              <a:rPr lang="en-US" altLang="zh-CN" b="1" dirty="0">
                <a:solidFill>
                  <a:srgbClr val="C00000"/>
                </a:solidFill>
                <a:latin typeface="宋体" pitchFamily="2" charset="-122"/>
              </a:rPr>
              <a:t> + 12 = 2748</a:t>
            </a:r>
          </a:p>
          <a:p>
            <a:pPr marL="0" indent="0" algn="just"/>
            <a:endParaRPr lang="zh-CN" altLang="en-US" b="1" dirty="0">
              <a:latin typeface="宋体" pitchFamily="2" charset="-122"/>
            </a:endParaRPr>
          </a:p>
        </p:txBody>
      </p:sp>
      <p:sp>
        <p:nvSpPr>
          <p:cNvPr id="6" name="灯片编号占位符 5"/>
          <p:cNvSpPr>
            <a:spLocks noGrp="1"/>
          </p:cNvSpPr>
          <p:nvPr>
            <p:ph type="sldNum" sz="quarter" idx="12"/>
          </p:nvPr>
        </p:nvSpPr>
        <p:spPr/>
        <p:txBody>
          <a:bodyPr/>
          <a:lstStyle/>
          <a:p>
            <a:fld id="{38365DA8-86BB-4148-B13E-5E76F969448D}" type="slidenum">
              <a:rPr lang="en-US" altLang="zh-CN"/>
              <a:pPr/>
              <a:t>9</a:t>
            </a:fld>
            <a:endParaRPr lang="en-US" altLang="zh-CN"/>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915" name="Rectangle 3"/>
          <p:cNvSpPr>
            <a:spLocks noGrp="1" noChangeArrowheads="1"/>
          </p:cNvSpPr>
          <p:nvPr>
            <p:ph type="title"/>
          </p:nvPr>
        </p:nvSpPr>
        <p:spPr>
          <a:xfrm>
            <a:off x="714348" y="214290"/>
            <a:ext cx="8088313" cy="1143000"/>
          </a:xfrm>
        </p:spPr>
        <p:txBody>
          <a:bodyPr>
            <a:normAutofit/>
          </a:bodyPr>
          <a:lstStyle/>
          <a:p>
            <a:r>
              <a:rPr lang="zh-CN" altLang="en-US" sz="4000" b="1" dirty="0">
                <a:solidFill>
                  <a:schemeClr val="tx1"/>
                </a:solidFill>
                <a:latin typeface="黑体" pitchFamily="2" charset="-122"/>
                <a:ea typeface="黑体" pitchFamily="2" charset="-122"/>
              </a:rPr>
              <a:t>长整型整数和无符号整数的表示</a:t>
            </a:r>
          </a:p>
        </p:txBody>
      </p:sp>
      <p:sp>
        <p:nvSpPr>
          <p:cNvPr id="166914" name="Rectangle 2"/>
          <p:cNvSpPr>
            <a:spLocks noGrp="1" noChangeArrowheads="1"/>
          </p:cNvSpPr>
          <p:nvPr>
            <p:ph idx="1"/>
          </p:nvPr>
        </p:nvSpPr>
        <p:spPr>
          <a:xfrm>
            <a:off x="611188" y="1341438"/>
            <a:ext cx="7935912" cy="4967287"/>
          </a:xfrm>
        </p:spPr>
        <p:txBody>
          <a:bodyPr/>
          <a:lstStyle/>
          <a:p>
            <a:pPr marL="623888" indent="-623888" algn="just">
              <a:lnSpc>
                <a:spcPct val="90000"/>
              </a:lnSpc>
            </a:pPr>
            <a:r>
              <a:rPr lang="en-US" altLang="zh-CN" sz="3200" b="1" dirty="0">
                <a:latin typeface="宋体" pitchFamily="2" charset="-122"/>
              </a:rPr>
              <a:t>long </a:t>
            </a:r>
            <a:r>
              <a:rPr lang="zh-CN" altLang="en-US" sz="3200" b="1" dirty="0">
                <a:latin typeface="宋体" pitchFamily="2" charset="-122"/>
              </a:rPr>
              <a:t>型整数：在整型常数后加字母 </a:t>
            </a:r>
            <a:r>
              <a:rPr lang="en-US" altLang="zh-CN" sz="3200" b="1" dirty="0">
                <a:latin typeface="宋体" pitchFamily="2" charset="-122"/>
              </a:rPr>
              <a:t>L </a:t>
            </a:r>
            <a:r>
              <a:rPr lang="zh-CN" altLang="en-US" sz="3200" b="1" dirty="0">
                <a:latin typeface="宋体" pitchFamily="2" charset="-122"/>
              </a:rPr>
              <a:t>或 </a:t>
            </a:r>
            <a:r>
              <a:rPr lang="en-US" altLang="zh-CN" sz="3200" b="1" dirty="0">
                <a:latin typeface="宋体" pitchFamily="2" charset="-122"/>
              </a:rPr>
              <a:t>l</a:t>
            </a:r>
            <a:r>
              <a:rPr lang="zh-CN" altLang="en-US" sz="3200" b="1" dirty="0">
                <a:latin typeface="宋体" pitchFamily="2" charset="-122"/>
              </a:rPr>
              <a:t>，即为</a:t>
            </a:r>
            <a:r>
              <a:rPr lang="en-US" altLang="zh-CN" sz="3200" b="1" dirty="0">
                <a:latin typeface="宋体" pitchFamily="2" charset="-122"/>
              </a:rPr>
              <a:t>long </a:t>
            </a:r>
            <a:r>
              <a:rPr lang="zh-CN" altLang="en-US" sz="3200" b="1" dirty="0">
                <a:latin typeface="宋体" pitchFamily="2" charset="-122"/>
              </a:rPr>
              <a:t>型整型常数。</a:t>
            </a:r>
          </a:p>
          <a:p>
            <a:pPr marL="623888" indent="-623888" algn="just">
              <a:lnSpc>
                <a:spcPct val="90000"/>
              </a:lnSpc>
              <a:buNone/>
            </a:pPr>
            <a:r>
              <a:rPr lang="zh-CN" altLang="en-US" sz="3200" b="1" dirty="0">
                <a:latin typeface="宋体" pitchFamily="2" charset="-122"/>
              </a:rPr>
              <a:t>   例如：</a:t>
            </a:r>
            <a:r>
              <a:rPr lang="en-US" altLang="zh-CN" sz="3200" b="1" dirty="0">
                <a:solidFill>
                  <a:srgbClr val="FF3300"/>
                </a:solidFill>
                <a:latin typeface="宋体" pitchFamily="2" charset="-122"/>
              </a:rPr>
              <a:t>0L</a:t>
            </a:r>
            <a:r>
              <a:rPr lang="zh-CN" altLang="en-US" sz="3200" b="1" dirty="0">
                <a:latin typeface="宋体" pitchFamily="2" charset="-122"/>
              </a:rPr>
              <a:t>、</a:t>
            </a:r>
            <a:r>
              <a:rPr lang="en-US" altLang="zh-CN" sz="3200" b="1" dirty="0">
                <a:solidFill>
                  <a:srgbClr val="FF3300"/>
                </a:solidFill>
                <a:latin typeface="宋体" pitchFamily="2" charset="-122"/>
              </a:rPr>
              <a:t>132L </a:t>
            </a:r>
            <a:r>
              <a:rPr lang="zh-CN" altLang="en-US" sz="3200" b="1" dirty="0">
                <a:latin typeface="宋体" pitchFamily="2" charset="-122"/>
              </a:rPr>
              <a:t>等。</a:t>
            </a:r>
            <a:r>
              <a:rPr lang="zh-CN" altLang="en-US" sz="3200" dirty="0">
                <a:solidFill>
                  <a:srgbClr val="FF0000"/>
                </a:solidFill>
                <a:latin typeface="宋体" pitchFamily="2" charset="-122"/>
              </a:rPr>
              <a:t> </a:t>
            </a:r>
          </a:p>
          <a:p>
            <a:pPr marL="623888" indent="-623888" algn="just">
              <a:lnSpc>
                <a:spcPct val="90000"/>
              </a:lnSpc>
            </a:pPr>
            <a:r>
              <a:rPr lang="zh-CN" altLang="en-US" sz="3200" b="1" dirty="0">
                <a:latin typeface="宋体" pitchFamily="2" charset="-122"/>
              </a:rPr>
              <a:t>无符号的整型：在整型常数后加字母 </a:t>
            </a:r>
            <a:r>
              <a:rPr lang="en-US" altLang="zh-CN" sz="3200" b="1" dirty="0">
                <a:latin typeface="宋体" pitchFamily="2" charset="-122"/>
              </a:rPr>
              <a:t>U </a:t>
            </a:r>
            <a:r>
              <a:rPr lang="zh-CN" altLang="en-US" sz="3200" b="1" dirty="0">
                <a:latin typeface="宋体" pitchFamily="2" charset="-122"/>
              </a:rPr>
              <a:t>或 </a:t>
            </a:r>
            <a:r>
              <a:rPr lang="en-US" altLang="zh-CN" sz="3200" b="1" dirty="0">
                <a:latin typeface="宋体" pitchFamily="2" charset="-122"/>
              </a:rPr>
              <a:t>u</a:t>
            </a:r>
            <a:r>
              <a:rPr lang="zh-CN" altLang="en-US" sz="3200" b="1" dirty="0">
                <a:latin typeface="宋体" pitchFamily="2" charset="-122"/>
              </a:rPr>
              <a:t>，即为</a:t>
            </a:r>
            <a:r>
              <a:rPr lang="zh-CN" altLang="en-US" sz="3200" b="1" dirty="0">
                <a:solidFill>
                  <a:srgbClr val="0000FF"/>
                </a:solidFill>
                <a:latin typeface="宋体" pitchFamily="2" charset="-122"/>
              </a:rPr>
              <a:t> </a:t>
            </a:r>
            <a:r>
              <a:rPr lang="en-US" altLang="zh-CN" sz="3200" b="1" dirty="0">
                <a:solidFill>
                  <a:srgbClr val="CC0066"/>
                </a:solidFill>
                <a:latin typeface="宋体" pitchFamily="2" charset="-122"/>
              </a:rPr>
              <a:t>unsigned</a:t>
            </a:r>
            <a:r>
              <a:rPr lang="en-US" altLang="zh-CN" sz="3200" b="1" dirty="0">
                <a:solidFill>
                  <a:srgbClr val="0000FF"/>
                </a:solidFill>
                <a:latin typeface="宋体" pitchFamily="2" charset="-122"/>
              </a:rPr>
              <a:t> </a:t>
            </a:r>
            <a:r>
              <a:rPr lang="zh-CN" altLang="en-US" sz="3200" b="1" dirty="0">
                <a:latin typeface="宋体" pitchFamily="2" charset="-122"/>
              </a:rPr>
              <a:t>型整型常数。例如：</a:t>
            </a:r>
            <a:r>
              <a:rPr lang="en-US" altLang="zh-CN" sz="3200" b="1" dirty="0">
                <a:solidFill>
                  <a:srgbClr val="FF3300"/>
                </a:solidFill>
                <a:latin typeface="宋体" pitchFamily="2" charset="-122"/>
              </a:rPr>
              <a:t>1U</a:t>
            </a:r>
            <a:r>
              <a:rPr lang="zh-CN" altLang="en-US" sz="3200" b="1" dirty="0">
                <a:latin typeface="宋体" pitchFamily="2" charset="-122"/>
              </a:rPr>
              <a:t>、</a:t>
            </a:r>
            <a:r>
              <a:rPr lang="en-US" altLang="zh-CN" sz="3200" b="1" dirty="0">
                <a:solidFill>
                  <a:srgbClr val="FF3300"/>
                </a:solidFill>
                <a:latin typeface="宋体" pitchFamily="2" charset="-122"/>
              </a:rPr>
              <a:t>122U</a:t>
            </a:r>
            <a:r>
              <a:rPr lang="en-US" altLang="zh-CN" sz="3200" b="1" dirty="0">
                <a:solidFill>
                  <a:srgbClr val="0000FF"/>
                </a:solidFill>
                <a:latin typeface="宋体" pitchFamily="2" charset="-122"/>
              </a:rPr>
              <a:t> </a:t>
            </a:r>
            <a:r>
              <a:rPr lang="zh-CN" altLang="en-US" sz="3200" b="1" dirty="0">
                <a:latin typeface="宋体" pitchFamily="2" charset="-122"/>
              </a:rPr>
              <a:t>等。</a:t>
            </a:r>
          </a:p>
          <a:p>
            <a:pPr marL="623888" indent="-623888" algn="just">
              <a:lnSpc>
                <a:spcPct val="90000"/>
              </a:lnSpc>
            </a:pPr>
            <a:r>
              <a:rPr lang="zh-CN" altLang="en-US" sz="3200" b="1" dirty="0">
                <a:latin typeface="宋体" pitchFamily="2" charset="-122"/>
              </a:rPr>
              <a:t>无符号的 </a:t>
            </a:r>
            <a:r>
              <a:rPr lang="en-US" altLang="zh-CN" sz="3200" b="1" dirty="0">
                <a:latin typeface="宋体" pitchFamily="2" charset="-122"/>
              </a:rPr>
              <a:t>long </a:t>
            </a:r>
            <a:r>
              <a:rPr lang="zh-CN" altLang="en-US" sz="3200" b="1" dirty="0">
                <a:latin typeface="宋体" pitchFamily="2" charset="-122"/>
              </a:rPr>
              <a:t>型整数：在整型常数后同时加上字母 </a:t>
            </a:r>
            <a:r>
              <a:rPr lang="en-US" altLang="zh-CN" sz="3200" b="1" dirty="0">
                <a:latin typeface="宋体" pitchFamily="2" charset="-122"/>
              </a:rPr>
              <a:t>U </a:t>
            </a:r>
            <a:r>
              <a:rPr lang="zh-CN" altLang="en-US" sz="3200" b="1" dirty="0">
                <a:latin typeface="宋体" pitchFamily="2" charset="-122"/>
              </a:rPr>
              <a:t>和 </a:t>
            </a:r>
            <a:r>
              <a:rPr lang="en-US" altLang="zh-CN" sz="3200" b="1" dirty="0">
                <a:latin typeface="宋体" pitchFamily="2" charset="-122"/>
              </a:rPr>
              <a:t>L</a:t>
            </a:r>
            <a:r>
              <a:rPr lang="zh-CN" altLang="en-US" sz="3200" b="1" dirty="0">
                <a:latin typeface="宋体" pitchFamily="2" charset="-122"/>
              </a:rPr>
              <a:t>，表明该整型常数是</a:t>
            </a:r>
            <a:r>
              <a:rPr lang="zh-CN" altLang="en-US" sz="3200" b="1" dirty="0">
                <a:solidFill>
                  <a:srgbClr val="660033"/>
                </a:solidFill>
                <a:latin typeface="宋体" pitchFamily="2" charset="-122"/>
              </a:rPr>
              <a:t> </a:t>
            </a:r>
            <a:r>
              <a:rPr lang="en-US" altLang="zh-CN" sz="3200" b="1" dirty="0">
                <a:solidFill>
                  <a:srgbClr val="CC0066"/>
                </a:solidFill>
                <a:latin typeface="宋体" pitchFamily="2" charset="-122"/>
              </a:rPr>
              <a:t>unsigned long</a:t>
            </a:r>
            <a:r>
              <a:rPr lang="en-US" altLang="zh-CN" sz="3200" b="1" dirty="0">
                <a:solidFill>
                  <a:srgbClr val="660033"/>
                </a:solidFill>
                <a:latin typeface="宋体" pitchFamily="2" charset="-122"/>
              </a:rPr>
              <a:t> </a:t>
            </a:r>
            <a:r>
              <a:rPr lang="zh-CN" altLang="en-US" sz="3200" b="1" dirty="0">
                <a:latin typeface="宋体" pitchFamily="2" charset="-122"/>
              </a:rPr>
              <a:t>型。</a:t>
            </a:r>
            <a:br>
              <a:rPr lang="zh-CN" altLang="en-US" sz="3200" b="1" dirty="0">
                <a:solidFill>
                  <a:srgbClr val="660033"/>
                </a:solidFill>
                <a:latin typeface="宋体" pitchFamily="2" charset="-122"/>
              </a:rPr>
            </a:br>
            <a:r>
              <a:rPr lang="zh-CN" altLang="en-US" sz="3200" b="1" dirty="0">
                <a:latin typeface="宋体" pitchFamily="2" charset="-122"/>
              </a:rPr>
              <a:t>例如</a:t>
            </a:r>
            <a:r>
              <a:rPr lang="zh-CN" altLang="en-US" sz="3200" b="1" dirty="0">
                <a:solidFill>
                  <a:srgbClr val="660033"/>
                </a:solidFill>
                <a:latin typeface="宋体" pitchFamily="2" charset="-122"/>
              </a:rPr>
              <a:t> </a:t>
            </a:r>
            <a:r>
              <a:rPr lang="en-US" altLang="zh-CN" sz="3200" b="1" dirty="0">
                <a:solidFill>
                  <a:srgbClr val="FF3300"/>
                </a:solidFill>
                <a:latin typeface="宋体" pitchFamily="2" charset="-122"/>
              </a:rPr>
              <a:t>22UL</a:t>
            </a:r>
            <a:r>
              <a:rPr lang="zh-CN" altLang="en-US" sz="3200" b="1" dirty="0">
                <a:solidFill>
                  <a:srgbClr val="660033"/>
                </a:solidFill>
                <a:latin typeface="宋体" pitchFamily="2" charset="-122"/>
              </a:rPr>
              <a:t>、</a:t>
            </a:r>
            <a:r>
              <a:rPr lang="en-US" altLang="zh-CN" sz="3200" b="1" dirty="0">
                <a:solidFill>
                  <a:srgbClr val="FF3300"/>
                </a:solidFill>
                <a:latin typeface="宋体" pitchFamily="2" charset="-122"/>
              </a:rPr>
              <a:t>35LU </a:t>
            </a:r>
            <a:r>
              <a:rPr lang="zh-CN" altLang="en-US" sz="3200" b="1" dirty="0">
                <a:latin typeface="宋体" pitchFamily="2" charset="-122"/>
              </a:rPr>
              <a:t>等。</a:t>
            </a:r>
          </a:p>
        </p:txBody>
      </p:sp>
      <p:sp>
        <p:nvSpPr>
          <p:cNvPr id="7" name="灯片编号占位符 5"/>
          <p:cNvSpPr>
            <a:spLocks noGrp="1"/>
          </p:cNvSpPr>
          <p:nvPr>
            <p:ph type="sldNum" sz="quarter" idx="12"/>
          </p:nvPr>
        </p:nvSpPr>
        <p:spPr/>
        <p:txBody>
          <a:bodyPr/>
          <a:lstStyle/>
          <a:p>
            <a:fld id="{C51DF11B-2774-40DB-BFFE-204274905197}" type="slidenum">
              <a:rPr lang="en-US" altLang="zh-CN"/>
              <a:pPr/>
              <a:t>10</a:t>
            </a:fld>
            <a:endParaRPr lang="en-US" altLang="zh-CN"/>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0995" name="Rectangle 3"/>
          <p:cNvSpPr>
            <a:spLocks noGrp="1" noChangeArrowheads="1"/>
          </p:cNvSpPr>
          <p:nvPr>
            <p:ph type="title"/>
          </p:nvPr>
        </p:nvSpPr>
        <p:spPr>
          <a:xfrm>
            <a:off x="467544" y="332656"/>
            <a:ext cx="7656513" cy="865188"/>
          </a:xfrm>
        </p:spPr>
        <p:txBody>
          <a:bodyPr/>
          <a:lstStyle/>
          <a:p>
            <a:r>
              <a:rPr lang="zh-CN" altLang="en-US" b="1" dirty="0">
                <a:solidFill>
                  <a:schemeClr val="tx1"/>
                </a:solidFill>
                <a:latin typeface="黑体" pitchFamily="2" charset="-122"/>
                <a:ea typeface="黑体" pitchFamily="2" charset="-122"/>
              </a:rPr>
              <a:t>浮点型数据</a:t>
            </a:r>
          </a:p>
        </p:txBody>
      </p:sp>
      <p:sp>
        <p:nvSpPr>
          <p:cNvPr id="340994" name="Rectangle 2"/>
          <p:cNvSpPr>
            <a:spLocks noGrp="1" noChangeArrowheads="1"/>
          </p:cNvSpPr>
          <p:nvPr>
            <p:ph idx="1"/>
          </p:nvPr>
        </p:nvSpPr>
        <p:spPr>
          <a:xfrm>
            <a:off x="395288" y="1484313"/>
            <a:ext cx="8353425" cy="4824412"/>
          </a:xfrm>
        </p:spPr>
        <p:txBody>
          <a:bodyPr>
            <a:normAutofit/>
          </a:bodyPr>
          <a:lstStyle/>
          <a:p>
            <a:pPr marL="0" indent="0" algn="just">
              <a:lnSpc>
                <a:spcPct val="90000"/>
              </a:lnSpc>
              <a:buFont typeface="Monotype Sorts" pitchFamily="2" charset="2"/>
              <a:buNone/>
            </a:pPr>
            <a:r>
              <a:rPr lang="zh-CN" altLang="en-US" sz="2800" b="1" dirty="0"/>
              <a:t>浮点型数据是</a:t>
            </a:r>
            <a:r>
              <a:rPr lang="zh-CN" altLang="en-US" sz="2800" b="1" dirty="0">
                <a:highlight>
                  <a:srgbClr val="FFFF00"/>
                </a:highlight>
              </a:rPr>
              <a:t>带小数点</a:t>
            </a:r>
            <a:r>
              <a:rPr lang="zh-CN" altLang="en-US" sz="2800" b="1" dirty="0"/>
              <a:t>或带</a:t>
            </a:r>
            <a:r>
              <a:rPr lang="zh-CN" altLang="en-US" sz="2800" b="1" dirty="0">
                <a:highlight>
                  <a:srgbClr val="FFFF00"/>
                </a:highlight>
              </a:rPr>
              <a:t>指数</a:t>
            </a:r>
            <a:r>
              <a:rPr lang="zh-CN" altLang="en-US" sz="2800" b="1" dirty="0"/>
              <a:t>的数值数据。</a:t>
            </a:r>
          </a:p>
          <a:p>
            <a:pPr marL="0" indent="0" algn="just">
              <a:lnSpc>
                <a:spcPct val="90000"/>
              </a:lnSpc>
              <a:buFont typeface="Monotype Sorts" pitchFamily="2" charset="2"/>
              <a:buNone/>
            </a:pPr>
            <a:r>
              <a:rPr lang="zh-CN" altLang="en-US" sz="2800" b="1" dirty="0">
                <a:latin typeface="宋体" pitchFamily="2" charset="-122"/>
              </a:rPr>
              <a:t>浮点型数据应考虑：数值大小（</a:t>
            </a:r>
            <a:r>
              <a:rPr lang="zh-CN" altLang="en-US" sz="2800" b="1" dirty="0">
                <a:solidFill>
                  <a:srgbClr val="CC0066"/>
                </a:solidFill>
                <a:latin typeface="宋体" pitchFamily="2" charset="-122"/>
              </a:rPr>
              <a:t>范围</a:t>
            </a:r>
            <a:r>
              <a:rPr lang="zh-CN" altLang="en-US" sz="2800" b="1" dirty="0">
                <a:latin typeface="宋体" pitchFamily="2" charset="-122"/>
              </a:rPr>
              <a:t>）、有效位数多少（</a:t>
            </a:r>
            <a:r>
              <a:rPr lang="zh-CN" altLang="en-US" sz="2800" b="1" dirty="0">
                <a:solidFill>
                  <a:srgbClr val="CC0066"/>
                </a:solidFill>
                <a:latin typeface="宋体" pitchFamily="2" charset="-122"/>
              </a:rPr>
              <a:t>精度</a:t>
            </a:r>
            <a:r>
              <a:rPr lang="zh-CN" altLang="en-US" sz="2800" b="1" dirty="0">
                <a:latin typeface="宋体" pitchFamily="2" charset="-122"/>
              </a:rPr>
              <a:t>）两个方面。</a:t>
            </a:r>
          </a:p>
          <a:p>
            <a:pPr marL="0" indent="0" algn="just">
              <a:lnSpc>
                <a:spcPct val="90000"/>
              </a:lnSpc>
              <a:buFont typeface="Monotype Sorts" pitchFamily="2" charset="2"/>
              <a:buNone/>
            </a:pPr>
            <a:r>
              <a:rPr lang="zh-CN" altLang="en-US" sz="2800" b="1" dirty="0">
                <a:solidFill>
                  <a:srgbClr val="0000FF"/>
                </a:solidFill>
                <a:latin typeface="宋体" pitchFamily="2" charset="-122"/>
              </a:rPr>
              <a:t>浮点型有三种：</a:t>
            </a:r>
            <a:endParaRPr lang="zh-CN" altLang="en-US" sz="2800" b="1" dirty="0">
              <a:latin typeface="宋体" pitchFamily="2" charset="-122"/>
            </a:endParaRPr>
          </a:p>
          <a:p>
            <a:pPr marL="0" indent="0" algn="just">
              <a:lnSpc>
                <a:spcPct val="90000"/>
              </a:lnSpc>
              <a:buFont typeface="Monotype Sorts" pitchFamily="2" charset="2"/>
              <a:buNone/>
            </a:pPr>
            <a:r>
              <a:rPr lang="en-US" altLang="zh-CN" sz="2800" b="1" dirty="0">
                <a:solidFill>
                  <a:srgbClr val="FF0000"/>
                </a:solidFill>
                <a:latin typeface="宋体" pitchFamily="2" charset="-122"/>
              </a:rPr>
              <a:t>1. </a:t>
            </a:r>
            <a:r>
              <a:rPr lang="zh-CN" altLang="en-US" sz="2800" b="1" dirty="0">
                <a:solidFill>
                  <a:srgbClr val="FF0000"/>
                </a:solidFill>
                <a:latin typeface="宋体" pitchFamily="2" charset="-122"/>
              </a:rPr>
              <a:t>单精度型</a:t>
            </a:r>
            <a:r>
              <a:rPr lang="zh-CN" altLang="en-US" sz="2800" b="1" dirty="0">
                <a:solidFill>
                  <a:srgbClr val="0000FF"/>
                </a:solidFill>
                <a:latin typeface="宋体" pitchFamily="2" charset="-122"/>
              </a:rPr>
              <a:t>：用 </a:t>
            </a:r>
            <a:r>
              <a:rPr lang="en-US" altLang="zh-CN" sz="2800" b="1" dirty="0">
                <a:solidFill>
                  <a:srgbClr val="CC0066"/>
                </a:solidFill>
                <a:latin typeface="宋体" pitchFamily="2" charset="-122"/>
              </a:rPr>
              <a:t>float </a:t>
            </a:r>
            <a:r>
              <a:rPr lang="zh-CN" altLang="en-US" sz="2800" b="1" dirty="0">
                <a:solidFill>
                  <a:srgbClr val="0000FF"/>
                </a:solidFill>
                <a:latin typeface="宋体" pitchFamily="2" charset="-122"/>
              </a:rPr>
              <a:t>标记。</a:t>
            </a:r>
          </a:p>
          <a:p>
            <a:pPr marL="0" indent="0" algn="just">
              <a:lnSpc>
                <a:spcPct val="90000"/>
              </a:lnSpc>
              <a:buFont typeface="Monotype Sorts" pitchFamily="2" charset="2"/>
              <a:buNone/>
            </a:pPr>
            <a:r>
              <a:rPr lang="zh-CN" altLang="en-US" sz="2800" b="1" dirty="0">
                <a:solidFill>
                  <a:srgbClr val="0000FF"/>
                </a:solidFill>
                <a:latin typeface="宋体" pitchFamily="2" charset="-122"/>
              </a:rPr>
              <a:t>   如： </a:t>
            </a:r>
            <a:r>
              <a:rPr lang="en-US" altLang="zh-CN" sz="2800" b="1" dirty="0">
                <a:solidFill>
                  <a:srgbClr val="0000FF"/>
                </a:solidFill>
                <a:latin typeface="宋体" pitchFamily="2" charset="-122"/>
              </a:rPr>
              <a:t>float x, y; </a:t>
            </a:r>
            <a:endParaRPr lang="en-US" altLang="zh-CN" sz="2800" b="1" dirty="0">
              <a:solidFill>
                <a:srgbClr val="FF0000"/>
              </a:solidFill>
              <a:latin typeface="宋体" pitchFamily="2" charset="-122"/>
            </a:endParaRPr>
          </a:p>
          <a:p>
            <a:pPr marL="0" indent="0" algn="just">
              <a:lnSpc>
                <a:spcPct val="90000"/>
              </a:lnSpc>
              <a:buFont typeface="Monotype Sorts" pitchFamily="2" charset="2"/>
              <a:buNone/>
            </a:pPr>
            <a:r>
              <a:rPr lang="en-US" altLang="zh-CN" sz="2800" b="1" dirty="0">
                <a:solidFill>
                  <a:srgbClr val="FF0000"/>
                </a:solidFill>
                <a:latin typeface="宋体" pitchFamily="2" charset="-122"/>
              </a:rPr>
              <a:t>2. </a:t>
            </a:r>
            <a:r>
              <a:rPr lang="zh-CN" altLang="en-US" sz="2800" b="1" dirty="0">
                <a:solidFill>
                  <a:srgbClr val="FF0000"/>
                </a:solidFill>
                <a:latin typeface="宋体" pitchFamily="2" charset="-122"/>
              </a:rPr>
              <a:t>双精度型：</a:t>
            </a:r>
            <a:r>
              <a:rPr lang="zh-CN" altLang="en-US" sz="2800" b="1" dirty="0">
                <a:solidFill>
                  <a:srgbClr val="0000FF"/>
                </a:solidFill>
                <a:latin typeface="宋体" pitchFamily="2" charset="-122"/>
              </a:rPr>
              <a:t>用 </a:t>
            </a:r>
            <a:r>
              <a:rPr lang="en-US" altLang="zh-CN" sz="2800" b="1" dirty="0">
                <a:solidFill>
                  <a:srgbClr val="CC0066"/>
                </a:solidFill>
                <a:latin typeface="宋体" pitchFamily="2" charset="-122"/>
              </a:rPr>
              <a:t>double </a:t>
            </a:r>
            <a:r>
              <a:rPr lang="zh-CN" altLang="en-US" sz="2800" b="1" dirty="0">
                <a:solidFill>
                  <a:srgbClr val="0000FF"/>
                </a:solidFill>
                <a:latin typeface="宋体" pitchFamily="2" charset="-122"/>
              </a:rPr>
              <a:t>标记。</a:t>
            </a:r>
          </a:p>
          <a:p>
            <a:pPr marL="0" indent="0" algn="just">
              <a:lnSpc>
                <a:spcPct val="90000"/>
              </a:lnSpc>
              <a:buFont typeface="Monotype Sorts" pitchFamily="2" charset="2"/>
              <a:buNone/>
            </a:pPr>
            <a:r>
              <a:rPr lang="zh-CN" altLang="en-US" sz="2800" b="1" dirty="0">
                <a:solidFill>
                  <a:srgbClr val="0000FF"/>
                </a:solidFill>
                <a:latin typeface="宋体" pitchFamily="2" charset="-122"/>
              </a:rPr>
              <a:t>   如： </a:t>
            </a:r>
            <a:r>
              <a:rPr lang="en-US" altLang="zh-CN" sz="2800" b="1" dirty="0">
                <a:solidFill>
                  <a:srgbClr val="0000FF"/>
                </a:solidFill>
                <a:latin typeface="宋体" pitchFamily="2" charset="-122"/>
              </a:rPr>
              <a:t>double result;</a:t>
            </a:r>
          </a:p>
          <a:p>
            <a:pPr marL="0" indent="0" algn="just">
              <a:lnSpc>
                <a:spcPct val="90000"/>
              </a:lnSpc>
              <a:buFont typeface="Monotype Sorts" pitchFamily="2" charset="2"/>
              <a:buNone/>
            </a:pPr>
            <a:r>
              <a:rPr lang="en-US" altLang="zh-CN" sz="2800" b="1" dirty="0">
                <a:solidFill>
                  <a:srgbClr val="FF0000"/>
                </a:solidFill>
                <a:latin typeface="宋体" pitchFamily="2" charset="-122"/>
              </a:rPr>
              <a:t>3. </a:t>
            </a:r>
            <a:r>
              <a:rPr lang="zh-CN" altLang="en-US" sz="2800" b="1" dirty="0">
                <a:solidFill>
                  <a:srgbClr val="FF0000"/>
                </a:solidFill>
                <a:latin typeface="宋体" pitchFamily="2" charset="-122"/>
              </a:rPr>
              <a:t>长双精度型：</a:t>
            </a:r>
            <a:r>
              <a:rPr lang="zh-CN" altLang="en-US" sz="2800" b="1" dirty="0">
                <a:solidFill>
                  <a:srgbClr val="0000FF"/>
                </a:solidFill>
                <a:latin typeface="宋体" pitchFamily="2" charset="-122"/>
              </a:rPr>
              <a:t>用 </a:t>
            </a:r>
            <a:r>
              <a:rPr lang="en-US" altLang="zh-CN" sz="2800" b="1" dirty="0">
                <a:solidFill>
                  <a:srgbClr val="CC0066"/>
                </a:solidFill>
                <a:latin typeface="宋体" pitchFamily="2" charset="-122"/>
              </a:rPr>
              <a:t>long double </a:t>
            </a:r>
            <a:r>
              <a:rPr lang="zh-CN" altLang="en-US" sz="2800" b="1" dirty="0">
                <a:solidFill>
                  <a:srgbClr val="0000FF"/>
                </a:solidFill>
                <a:latin typeface="宋体" pitchFamily="2" charset="-122"/>
              </a:rPr>
              <a:t>标记。</a:t>
            </a:r>
            <a:endParaRPr lang="zh-CN" altLang="en-US" sz="2800" b="1" dirty="0">
              <a:solidFill>
                <a:srgbClr val="FF0000"/>
              </a:solidFill>
              <a:latin typeface="宋体" pitchFamily="2" charset="-122"/>
            </a:endParaRPr>
          </a:p>
          <a:p>
            <a:pPr marL="0" indent="0" algn="just">
              <a:lnSpc>
                <a:spcPct val="90000"/>
              </a:lnSpc>
              <a:buFont typeface="Monotype Sorts" pitchFamily="2" charset="2"/>
              <a:buNone/>
            </a:pPr>
            <a:r>
              <a:rPr lang="zh-CN" altLang="en-US" sz="2800" b="1" dirty="0">
                <a:solidFill>
                  <a:srgbClr val="0000FF"/>
                </a:solidFill>
                <a:latin typeface="宋体" pitchFamily="2" charset="-122"/>
              </a:rPr>
              <a:t>   如：</a:t>
            </a:r>
            <a:r>
              <a:rPr lang="en-US" altLang="zh-CN" sz="2800" b="1" dirty="0">
                <a:solidFill>
                  <a:srgbClr val="0000FF"/>
                </a:solidFill>
                <a:latin typeface="宋体" pitchFamily="2" charset="-122"/>
              </a:rPr>
              <a:t>long double z;</a:t>
            </a:r>
          </a:p>
        </p:txBody>
      </p:sp>
      <p:sp>
        <p:nvSpPr>
          <p:cNvPr id="6" name="灯片编号占位符 5"/>
          <p:cNvSpPr>
            <a:spLocks noGrp="1"/>
          </p:cNvSpPr>
          <p:nvPr>
            <p:ph type="sldNum" sz="quarter" idx="12"/>
          </p:nvPr>
        </p:nvSpPr>
        <p:spPr/>
        <p:txBody>
          <a:bodyPr/>
          <a:lstStyle/>
          <a:p>
            <a:fld id="{16AC26BE-2B0B-4A8F-B634-13E4DDAC86E4}" type="slidenum">
              <a:rPr lang="en-US" altLang="zh-CN"/>
              <a:pPr/>
              <a:t>11</a:t>
            </a:fld>
            <a:endParaRPr lang="en-US" altLang="zh-CN"/>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2018" name="Rectangle 2"/>
          <p:cNvSpPr>
            <a:spLocks noGrp="1" noChangeArrowheads="1"/>
          </p:cNvSpPr>
          <p:nvPr>
            <p:ph idx="1"/>
          </p:nvPr>
        </p:nvSpPr>
        <p:spPr>
          <a:xfrm>
            <a:off x="319088" y="1635617"/>
            <a:ext cx="8367712" cy="4897437"/>
          </a:xfrm>
        </p:spPr>
        <p:txBody>
          <a:bodyPr/>
          <a:lstStyle/>
          <a:p>
            <a:pPr marL="0" indent="0" algn="just">
              <a:buFont typeface="Monotype Sorts" pitchFamily="2" charset="2"/>
              <a:buNone/>
            </a:pPr>
            <a:r>
              <a:rPr lang="en-US" altLang="zh-CN" b="1" dirty="0">
                <a:solidFill>
                  <a:srgbClr val="0000FF"/>
                </a:solidFill>
                <a:effectLst>
                  <a:outerShdw blurRad="38100" dist="38100" dir="2700000" algn="tl">
                    <a:srgbClr val="000000"/>
                  </a:outerShdw>
                </a:effectLst>
                <a:latin typeface="宋体" pitchFamily="2" charset="-122"/>
              </a:rPr>
              <a:t>1</a:t>
            </a:r>
            <a:r>
              <a:rPr lang="en-US" altLang="zh-CN" b="1" dirty="0">
                <a:solidFill>
                  <a:srgbClr val="0000FF"/>
                </a:solidFill>
                <a:latin typeface="宋体" pitchFamily="2" charset="-122"/>
              </a:rPr>
              <a:t>. float </a:t>
            </a:r>
            <a:r>
              <a:rPr lang="zh-CN" altLang="en-US" b="1" dirty="0">
                <a:solidFill>
                  <a:srgbClr val="0000FF"/>
                </a:solidFill>
                <a:latin typeface="宋体" pitchFamily="2" charset="-122"/>
              </a:rPr>
              <a:t>型</a:t>
            </a:r>
          </a:p>
          <a:p>
            <a:pPr marL="0" indent="0" algn="just">
              <a:buFont typeface="Monotype Sorts" pitchFamily="2" charset="2"/>
              <a:buNone/>
            </a:pPr>
            <a:r>
              <a:rPr lang="zh-CN" altLang="en-US" b="1" dirty="0">
                <a:latin typeface="宋体" pitchFamily="2" charset="-122"/>
              </a:rPr>
              <a:t>    在内存中占用</a:t>
            </a:r>
            <a:r>
              <a:rPr lang="en-US" altLang="zh-CN" b="1" dirty="0">
                <a:highlight>
                  <a:srgbClr val="FFFF00"/>
                </a:highlight>
                <a:latin typeface="宋体" pitchFamily="2" charset="-122"/>
              </a:rPr>
              <a:t>4</a:t>
            </a:r>
            <a:r>
              <a:rPr lang="zh-CN" altLang="en-US" b="1" dirty="0">
                <a:highlight>
                  <a:srgbClr val="FFFF00"/>
                </a:highlight>
                <a:latin typeface="宋体" pitchFamily="2" charset="-122"/>
              </a:rPr>
              <a:t>个字节</a:t>
            </a:r>
            <a:r>
              <a:rPr lang="en-US" altLang="zh-CN" b="1" dirty="0">
                <a:latin typeface="宋体" pitchFamily="2" charset="-122"/>
              </a:rPr>
              <a:t>(32</a:t>
            </a:r>
            <a:r>
              <a:rPr lang="zh-CN" altLang="en-US" b="1" dirty="0">
                <a:latin typeface="宋体" pitchFamily="2" charset="-122"/>
              </a:rPr>
              <a:t>个二进位</a:t>
            </a:r>
            <a:r>
              <a:rPr lang="en-US" altLang="zh-CN" b="1" dirty="0">
                <a:latin typeface="宋体" pitchFamily="2" charset="-122"/>
              </a:rPr>
              <a:t>)</a:t>
            </a:r>
            <a:r>
              <a:rPr lang="zh-CN" altLang="en-US" b="1" dirty="0">
                <a:latin typeface="宋体" pitchFamily="2" charset="-122"/>
              </a:rPr>
              <a:t>，</a:t>
            </a:r>
            <a:r>
              <a:rPr lang="zh-CN" altLang="en-US" sz="3200" b="1" dirty="0">
                <a:latin typeface="宋体" pitchFamily="2" charset="-122"/>
              </a:rPr>
              <a:t>约</a:t>
            </a:r>
            <a:r>
              <a:rPr lang="en-US" altLang="zh-CN" b="1" dirty="0">
                <a:highlight>
                  <a:srgbClr val="FFFF00"/>
                </a:highlight>
                <a:latin typeface="宋体" pitchFamily="2" charset="-122"/>
              </a:rPr>
              <a:t>7</a:t>
            </a:r>
            <a:r>
              <a:rPr lang="zh-CN" altLang="en-US" b="1" dirty="0">
                <a:highlight>
                  <a:srgbClr val="FFFF00"/>
                </a:highlight>
                <a:latin typeface="宋体" pitchFamily="2" charset="-122"/>
              </a:rPr>
              <a:t>个十进位有效数字</a:t>
            </a:r>
            <a:r>
              <a:rPr lang="zh-CN" altLang="en-US" b="1" dirty="0">
                <a:latin typeface="宋体" pitchFamily="2" charset="-122"/>
              </a:rPr>
              <a:t>，能表示绝对值约为</a:t>
            </a:r>
            <a:r>
              <a:rPr lang="en-US" altLang="zh-CN" b="1" dirty="0">
                <a:solidFill>
                  <a:srgbClr val="CC0066"/>
                </a:solidFill>
                <a:latin typeface="宋体" pitchFamily="2" charset="-122"/>
              </a:rPr>
              <a:t>10</a:t>
            </a:r>
            <a:r>
              <a:rPr lang="en-US" altLang="zh-CN" b="1" baseline="30000" dirty="0">
                <a:solidFill>
                  <a:srgbClr val="CC0066"/>
                </a:solidFill>
                <a:latin typeface="宋体" pitchFamily="2" charset="-122"/>
              </a:rPr>
              <a:t>-38</a:t>
            </a:r>
            <a:r>
              <a:rPr lang="zh-CN" altLang="en-US" b="1" dirty="0">
                <a:latin typeface="宋体" pitchFamily="2" charset="-122"/>
              </a:rPr>
              <a:t>～</a:t>
            </a:r>
            <a:r>
              <a:rPr lang="en-US" altLang="zh-CN" b="1" dirty="0">
                <a:solidFill>
                  <a:srgbClr val="CC0066"/>
                </a:solidFill>
                <a:latin typeface="宋体" pitchFamily="2" charset="-122"/>
              </a:rPr>
              <a:t>10</a:t>
            </a:r>
            <a:r>
              <a:rPr lang="en-US" altLang="zh-CN" b="1" baseline="30000" dirty="0">
                <a:solidFill>
                  <a:srgbClr val="CC0066"/>
                </a:solidFill>
                <a:latin typeface="宋体" pitchFamily="2" charset="-122"/>
              </a:rPr>
              <a:t>38</a:t>
            </a:r>
            <a:r>
              <a:rPr lang="zh-CN" altLang="en-US" b="1" dirty="0">
                <a:latin typeface="宋体" pitchFamily="2" charset="-122"/>
              </a:rPr>
              <a:t>。</a:t>
            </a:r>
          </a:p>
          <a:p>
            <a:pPr marL="0" indent="0" algn="just">
              <a:buFont typeface="Monotype Sorts" pitchFamily="2" charset="2"/>
              <a:buNone/>
            </a:pPr>
            <a:r>
              <a:rPr lang="en-US" altLang="zh-CN" b="1" dirty="0">
                <a:solidFill>
                  <a:srgbClr val="0000FF"/>
                </a:solidFill>
                <a:latin typeface="宋体" pitchFamily="2" charset="-122"/>
              </a:rPr>
              <a:t>2. double </a:t>
            </a:r>
            <a:r>
              <a:rPr lang="zh-CN" altLang="en-US" b="1" dirty="0">
                <a:solidFill>
                  <a:srgbClr val="0000FF"/>
                </a:solidFill>
                <a:latin typeface="宋体" pitchFamily="2" charset="-122"/>
              </a:rPr>
              <a:t>型</a:t>
            </a:r>
          </a:p>
          <a:p>
            <a:pPr marL="0" indent="0" algn="just">
              <a:buFont typeface="Monotype Sorts" pitchFamily="2" charset="2"/>
              <a:buNone/>
            </a:pPr>
            <a:r>
              <a:rPr lang="zh-CN" altLang="en-US" b="1" dirty="0">
                <a:latin typeface="宋体" pitchFamily="2" charset="-122"/>
              </a:rPr>
              <a:t>    在内存中占用</a:t>
            </a:r>
            <a:r>
              <a:rPr lang="en-US" altLang="zh-CN" b="1" dirty="0">
                <a:highlight>
                  <a:srgbClr val="FFFF00"/>
                </a:highlight>
                <a:latin typeface="宋体" pitchFamily="2" charset="-122"/>
              </a:rPr>
              <a:t>8</a:t>
            </a:r>
            <a:r>
              <a:rPr lang="zh-CN" altLang="en-US" b="1" dirty="0">
                <a:highlight>
                  <a:srgbClr val="FFFF00"/>
                </a:highlight>
                <a:latin typeface="宋体" pitchFamily="2" charset="-122"/>
              </a:rPr>
              <a:t>个字节</a:t>
            </a:r>
            <a:r>
              <a:rPr lang="en-US" altLang="zh-CN" b="1" dirty="0">
                <a:latin typeface="宋体" pitchFamily="2" charset="-122"/>
              </a:rPr>
              <a:t>(64</a:t>
            </a:r>
            <a:r>
              <a:rPr lang="zh-CN" altLang="en-US" b="1" dirty="0">
                <a:latin typeface="宋体" pitchFamily="2" charset="-122"/>
              </a:rPr>
              <a:t>个二进位</a:t>
            </a:r>
            <a:r>
              <a:rPr lang="en-US" altLang="zh-CN" b="1" dirty="0">
                <a:latin typeface="宋体" pitchFamily="2" charset="-122"/>
              </a:rPr>
              <a:t>)</a:t>
            </a:r>
            <a:r>
              <a:rPr lang="zh-CN" altLang="en-US" b="1" dirty="0">
                <a:latin typeface="宋体" pitchFamily="2" charset="-122"/>
              </a:rPr>
              <a:t>，约</a:t>
            </a:r>
            <a:r>
              <a:rPr lang="en-US" altLang="zh-CN" b="1" dirty="0">
                <a:highlight>
                  <a:srgbClr val="FFFF00"/>
                </a:highlight>
                <a:latin typeface="宋体" pitchFamily="2" charset="-122"/>
              </a:rPr>
              <a:t>15</a:t>
            </a:r>
            <a:r>
              <a:rPr lang="zh-CN" altLang="en-US" b="1" dirty="0">
                <a:highlight>
                  <a:srgbClr val="FFFF00"/>
                </a:highlight>
                <a:latin typeface="宋体" pitchFamily="2" charset="-122"/>
              </a:rPr>
              <a:t>个</a:t>
            </a:r>
            <a:r>
              <a:rPr lang="zh-CN" altLang="en-US" b="1" dirty="0">
                <a:latin typeface="宋体" pitchFamily="2" charset="-122"/>
              </a:rPr>
              <a:t>十进位有效数字，能表示绝对值约为</a:t>
            </a:r>
            <a:r>
              <a:rPr lang="en-US" altLang="zh-CN" b="1" dirty="0">
                <a:solidFill>
                  <a:srgbClr val="CC0066"/>
                </a:solidFill>
                <a:latin typeface="宋体" pitchFamily="2" charset="-122"/>
              </a:rPr>
              <a:t>10</a:t>
            </a:r>
            <a:r>
              <a:rPr lang="en-US" altLang="zh-CN" b="1" baseline="30000" dirty="0">
                <a:solidFill>
                  <a:srgbClr val="CC0066"/>
                </a:solidFill>
                <a:latin typeface="宋体" pitchFamily="2" charset="-122"/>
              </a:rPr>
              <a:t>-308 </a:t>
            </a:r>
            <a:r>
              <a:rPr lang="zh-CN" altLang="en-US" b="1" dirty="0">
                <a:latin typeface="宋体" pitchFamily="2" charset="-122"/>
              </a:rPr>
              <a:t>～</a:t>
            </a:r>
            <a:r>
              <a:rPr lang="zh-CN" altLang="en-US" b="1" baseline="30000" dirty="0">
                <a:solidFill>
                  <a:srgbClr val="CC0066"/>
                </a:solidFill>
                <a:latin typeface="宋体" pitchFamily="2" charset="-122"/>
              </a:rPr>
              <a:t> </a:t>
            </a:r>
            <a:r>
              <a:rPr lang="en-US" altLang="zh-CN" b="1" dirty="0">
                <a:solidFill>
                  <a:srgbClr val="CC0066"/>
                </a:solidFill>
                <a:latin typeface="宋体" pitchFamily="2" charset="-122"/>
              </a:rPr>
              <a:t>10</a:t>
            </a:r>
            <a:r>
              <a:rPr lang="en-US" altLang="zh-CN" b="1" baseline="30000" dirty="0">
                <a:solidFill>
                  <a:srgbClr val="CC0066"/>
                </a:solidFill>
                <a:latin typeface="宋体" pitchFamily="2" charset="-122"/>
              </a:rPr>
              <a:t>308</a:t>
            </a:r>
            <a:r>
              <a:rPr lang="zh-CN" altLang="en-US" b="1" dirty="0">
                <a:latin typeface="宋体" pitchFamily="2" charset="-122"/>
              </a:rPr>
              <a:t>。</a:t>
            </a:r>
          </a:p>
          <a:p>
            <a:pPr marL="0" indent="0" algn="just">
              <a:buFont typeface="Monotype Sorts" pitchFamily="2" charset="2"/>
              <a:buNone/>
            </a:pPr>
            <a:r>
              <a:rPr lang="en-US" altLang="zh-CN" b="1" dirty="0">
                <a:solidFill>
                  <a:srgbClr val="0000FF"/>
                </a:solidFill>
                <a:latin typeface="宋体" pitchFamily="2" charset="-122"/>
              </a:rPr>
              <a:t>3. long double </a:t>
            </a:r>
            <a:r>
              <a:rPr lang="zh-CN" altLang="en-US" b="1" dirty="0">
                <a:solidFill>
                  <a:srgbClr val="0000FF"/>
                </a:solidFill>
                <a:latin typeface="宋体" pitchFamily="2" charset="-122"/>
              </a:rPr>
              <a:t>型</a:t>
            </a:r>
          </a:p>
          <a:p>
            <a:pPr marL="0" indent="0" algn="just">
              <a:buFont typeface="Monotype Sorts" pitchFamily="2" charset="2"/>
              <a:buNone/>
            </a:pPr>
            <a:r>
              <a:rPr lang="zh-CN" altLang="en-US" b="1" dirty="0">
                <a:latin typeface="宋体" pitchFamily="2" charset="-122"/>
              </a:rPr>
              <a:t>    在内存中一般占用更多的字节，有更多的有效数字位数。</a:t>
            </a:r>
          </a:p>
        </p:txBody>
      </p:sp>
      <p:sp>
        <p:nvSpPr>
          <p:cNvPr id="5" name="灯片编号占位符 5"/>
          <p:cNvSpPr>
            <a:spLocks noGrp="1"/>
          </p:cNvSpPr>
          <p:nvPr>
            <p:ph type="sldNum" sz="quarter" idx="12"/>
          </p:nvPr>
        </p:nvSpPr>
        <p:spPr/>
        <p:txBody>
          <a:bodyPr/>
          <a:lstStyle/>
          <a:p>
            <a:fld id="{331B8B50-E5C6-4B9E-936C-5AA4CA8EB3B9}" type="slidenum">
              <a:rPr lang="en-US" altLang="zh-CN"/>
              <a:pPr/>
              <a:t>12</a:t>
            </a:fld>
            <a:endParaRPr lang="en-US" altLang="zh-CN"/>
          </a:p>
        </p:txBody>
      </p:sp>
      <p:sp>
        <p:nvSpPr>
          <p:cNvPr id="4" name="Rectangle 3">
            <a:extLst>
              <a:ext uri="{FF2B5EF4-FFF2-40B4-BE49-F238E27FC236}">
                <a16:creationId xmlns:a16="http://schemas.microsoft.com/office/drawing/2014/main" id="{39EFDB9D-48B7-4F59-BB46-47B2FCC8E5DC}"/>
              </a:ext>
            </a:extLst>
          </p:cNvPr>
          <p:cNvSpPr>
            <a:spLocks noGrp="1" noChangeArrowheads="1"/>
          </p:cNvSpPr>
          <p:nvPr>
            <p:ph type="title"/>
          </p:nvPr>
        </p:nvSpPr>
        <p:spPr>
          <a:xfrm>
            <a:off x="467544" y="332656"/>
            <a:ext cx="7656513" cy="865188"/>
          </a:xfrm>
        </p:spPr>
        <p:txBody>
          <a:bodyPr/>
          <a:lstStyle/>
          <a:p>
            <a:r>
              <a:rPr lang="zh-CN" altLang="en-US" b="1" dirty="0">
                <a:solidFill>
                  <a:schemeClr val="tx1"/>
                </a:solidFill>
                <a:latin typeface="黑体" pitchFamily="2" charset="-122"/>
                <a:ea typeface="黑体" pitchFamily="2" charset="-122"/>
              </a:rPr>
              <a:t>浮点型数据</a:t>
            </a:r>
          </a:p>
        </p:txBody>
      </p:sp>
      <p:sp>
        <p:nvSpPr>
          <p:cNvPr id="2" name="文本框 1">
            <a:extLst>
              <a:ext uri="{FF2B5EF4-FFF2-40B4-BE49-F238E27FC236}">
                <a16:creationId xmlns:a16="http://schemas.microsoft.com/office/drawing/2014/main" id="{EB753F40-EE16-47BE-9BFF-746368273435}"/>
              </a:ext>
            </a:extLst>
          </p:cNvPr>
          <p:cNvSpPr txBox="1"/>
          <p:nvPr/>
        </p:nvSpPr>
        <p:spPr>
          <a:xfrm>
            <a:off x="5940152" y="476672"/>
            <a:ext cx="3347864" cy="1323439"/>
          </a:xfrm>
          <a:prstGeom prst="rect">
            <a:avLst/>
          </a:prstGeom>
          <a:noFill/>
        </p:spPr>
        <p:txBody>
          <a:bodyPr wrap="square" rtlCol="0">
            <a:spAutoFit/>
          </a:bodyPr>
          <a:lstStyle/>
          <a:p>
            <a:r>
              <a:rPr lang="zh-CN" altLang="en-US" sz="2000" dirty="0"/>
              <a:t>单精度数的尾数用</a:t>
            </a:r>
            <a:r>
              <a:rPr lang="en-US" altLang="zh-CN" sz="2000" dirty="0"/>
              <a:t>23</a:t>
            </a:r>
            <a:r>
              <a:rPr lang="zh-CN" altLang="en-US" sz="2000" dirty="0"/>
              <a:t>位存储，加上默认的小数点前的</a:t>
            </a:r>
            <a:r>
              <a:rPr lang="en-US" altLang="zh-CN" sz="2000" dirty="0"/>
              <a:t>1</a:t>
            </a:r>
            <a:r>
              <a:rPr lang="zh-CN" altLang="en-US" sz="2000" dirty="0"/>
              <a:t>位</a:t>
            </a:r>
            <a:r>
              <a:rPr lang="en-US" altLang="zh-CN" sz="2000" dirty="0"/>
              <a:t>1</a:t>
            </a:r>
            <a:r>
              <a:rPr lang="zh-CN" altLang="en-US" sz="2000" dirty="0"/>
              <a:t>，</a:t>
            </a:r>
            <a:r>
              <a:rPr lang="en-US" altLang="zh-CN" sz="2000" dirty="0"/>
              <a:t>2^(23+1) = 16777216</a:t>
            </a:r>
            <a:r>
              <a:rPr lang="zh-CN" altLang="en-US" sz="2000" dirty="0"/>
              <a:t>。因为 </a:t>
            </a:r>
            <a:r>
              <a:rPr lang="en-US" altLang="zh-CN" sz="2000" dirty="0"/>
              <a:t>10^7 &lt; 16777216 &lt; 10^8</a:t>
            </a:r>
            <a:endParaRPr lang="zh-CN" altLang="en-US" sz="2000" dirty="0"/>
          </a:p>
        </p:txBody>
      </p:sp>
      <p:sp>
        <p:nvSpPr>
          <p:cNvPr id="3" name="箭头: 上 2">
            <a:extLst>
              <a:ext uri="{FF2B5EF4-FFF2-40B4-BE49-F238E27FC236}">
                <a16:creationId xmlns:a16="http://schemas.microsoft.com/office/drawing/2014/main" id="{63921E38-9BEB-4191-9594-C9DE40292365}"/>
              </a:ext>
            </a:extLst>
          </p:cNvPr>
          <p:cNvSpPr/>
          <p:nvPr/>
        </p:nvSpPr>
        <p:spPr>
          <a:xfrm>
            <a:off x="6732240" y="1844824"/>
            <a:ext cx="432048" cy="360040"/>
          </a:xfrm>
          <a:prstGeom prst="up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17168141-A9A3-48D7-A183-F276235EDF20}"/>
              </a:ext>
            </a:extLst>
          </p:cNvPr>
          <p:cNvPicPr>
            <a:picLocks noChangeAspect="1"/>
          </p:cNvPicPr>
          <p:nvPr/>
        </p:nvPicPr>
        <p:blipFill>
          <a:blip r:embed="rId2"/>
          <a:stretch>
            <a:fillRect/>
          </a:stretch>
        </p:blipFill>
        <p:spPr>
          <a:xfrm>
            <a:off x="186880" y="1340768"/>
            <a:ext cx="8982075" cy="5162550"/>
          </a:xfrm>
          <a:prstGeom prst="rect">
            <a:avLst/>
          </a:prstGeom>
        </p:spPr>
      </p:pic>
      <p:sp>
        <p:nvSpPr>
          <p:cNvPr id="2" name="标题 1">
            <a:extLst>
              <a:ext uri="{FF2B5EF4-FFF2-40B4-BE49-F238E27FC236}">
                <a16:creationId xmlns:a16="http://schemas.microsoft.com/office/drawing/2014/main" id="{80A93D4E-DC61-48C7-8B9D-EE24391D1B9D}"/>
              </a:ext>
            </a:extLst>
          </p:cNvPr>
          <p:cNvSpPr>
            <a:spLocks noGrp="1"/>
          </p:cNvSpPr>
          <p:nvPr>
            <p:ph type="title"/>
          </p:nvPr>
        </p:nvSpPr>
        <p:spPr>
          <a:xfrm>
            <a:off x="169168" y="21246"/>
            <a:ext cx="8229600" cy="1143000"/>
          </a:xfrm>
        </p:spPr>
        <p:txBody>
          <a:bodyPr/>
          <a:lstStyle/>
          <a:p>
            <a:r>
              <a:rPr lang="zh-CN" altLang="en-US" dirty="0"/>
              <a:t>浮点数的机器内存表示 （</a:t>
            </a:r>
            <a:r>
              <a:rPr lang="en-US" altLang="zh-CN" dirty="0"/>
              <a:t>1</a:t>
            </a:r>
            <a:r>
              <a:rPr lang="zh-CN" altLang="en-US" dirty="0"/>
              <a:t>）</a:t>
            </a:r>
          </a:p>
        </p:txBody>
      </p:sp>
      <p:sp>
        <p:nvSpPr>
          <p:cNvPr id="3" name="内容占位符 2">
            <a:extLst>
              <a:ext uri="{FF2B5EF4-FFF2-40B4-BE49-F238E27FC236}">
                <a16:creationId xmlns:a16="http://schemas.microsoft.com/office/drawing/2014/main" id="{486874D8-6A43-41D5-8F88-19472DE470A6}"/>
              </a:ext>
            </a:extLst>
          </p:cNvPr>
          <p:cNvSpPr>
            <a:spLocks noGrp="1"/>
          </p:cNvSpPr>
          <p:nvPr>
            <p:ph idx="1"/>
          </p:nvPr>
        </p:nvSpPr>
        <p:spPr>
          <a:xfrm>
            <a:off x="3685191" y="3441757"/>
            <a:ext cx="5256584" cy="629424"/>
          </a:xfrm>
        </p:spPr>
        <p:txBody>
          <a:bodyPr/>
          <a:lstStyle/>
          <a:p>
            <a:r>
              <a:rPr lang="en-US" altLang="zh-CN" dirty="0"/>
              <a:t>2^127  ≈ 1.701411835x10^38</a:t>
            </a:r>
            <a:endParaRPr lang="zh-CN" altLang="en-US" dirty="0"/>
          </a:p>
        </p:txBody>
      </p:sp>
    </p:spTree>
    <p:extLst>
      <p:ext uri="{BB962C8B-B14F-4D97-AF65-F5344CB8AC3E}">
        <p14:creationId xmlns:p14="http://schemas.microsoft.com/office/powerpoint/2010/main" val="27539222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80A93D4E-DC61-48C7-8B9D-EE24391D1B9D}"/>
              </a:ext>
            </a:extLst>
          </p:cNvPr>
          <p:cNvSpPr>
            <a:spLocks noGrp="1"/>
          </p:cNvSpPr>
          <p:nvPr>
            <p:ph type="title"/>
          </p:nvPr>
        </p:nvSpPr>
        <p:spPr>
          <a:xfrm>
            <a:off x="169168" y="21246"/>
            <a:ext cx="8229600" cy="1143000"/>
          </a:xfrm>
        </p:spPr>
        <p:txBody>
          <a:bodyPr/>
          <a:lstStyle/>
          <a:p>
            <a:r>
              <a:rPr lang="zh-CN" altLang="en-US" dirty="0"/>
              <a:t>浮点数的机器内存表示 （</a:t>
            </a:r>
            <a:r>
              <a:rPr lang="en-US" altLang="zh-CN" dirty="0"/>
              <a:t>2</a:t>
            </a:r>
            <a:r>
              <a:rPr lang="zh-CN" altLang="en-US" dirty="0"/>
              <a:t>）</a:t>
            </a:r>
          </a:p>
        </p:txBody>
      </p:sp>
      <p:pic>
        <p:nvPicPr>
          <p:cNvPr id="7" name="图片 6">
            <a:extLst>
              <a:ext uri="{FF2B5EF4-FFF2-40B4-BE49-F238E27FC236}">
                <a16:creationId xmlns:a16="http://schemas.microsoft.com/office/drawing/2014/main" id="{F82B772E-C905-4A14-B519-8E878A9BEBE7}"/>
              </a:ext>
            </a:extLst>
          </p:cNvPr>
          <p:cNvPicPr>
            <a:picLocks noChangeAspect="1"/>
          </p:cNvPicPr>
          <p:nvPr/>
        </p:nvPicPr>
        <p:blipFill>
          <a:blip r:embed="rId2"/>
          <a:stretch>
            <a:fillRect/>
          </a:stretch>
        </p:blipFill>
        <p:spPr>
          <a:xfrm>
            <a:off x="-19287" y="1845378"/>
            <a:ext cx="9144000" cy="3167244"/>
          </a:xfrm>
          <a:prstGeom prst="rect">
            <a:avLst/>
          </a:prstGeom>
        </p:spPr>
      </p:pic>
      <p:sp>
        <p:nvSpPr>
          <p:cNvPr id="8" name="文本框 7">
            <a:extLst>
              <a:ext uri="{FF2B5EF4-FFF2-40B4-BE49-F238E27FC236}">
                <a16:creationId xmlns:a16="http://schemas.microsoft.com/office/drawing/2014/main" id="{58A442D9-2032-44C1-803E-7B53F02D615D}"/>
              </a:ext>
            </a:extLst>
          </p:cNvPr>
          <p:cNvSpPr txBox="1"/>
          <p:nvPr/>
        </p:nvSpPr>
        <p:spPr>
          <a:xfrm>
            <a:off x="395536" y="5517232"/>
            <a:ext cx="8568952" cy="523220"/>
          </a:xfrm>
          <a:prstGeom prst="rect">
            <a:avLst/>
          </a:prstGeom>
          <a:noFill/>
        </p:spPr>
        <p:txBody>
          <a:bodyPr wrap="square" rtlCol="0">
            <a:spAutoFit/>
          </a:bodyPr>
          <a:lstStyle/>
          <a:p>
            <a:r>
              <a:rPr lang="zh-CN" altLang="en-US" sz="2800" b="1" dirty="0">
                <a:solidFill>
                  <a:srgbClr val="FF0000"/>
                </a:solidFill>
              </a:rPr>
              <a:t>不是所有浮点型数据在计算机内部都能被精确表示！！</a:t>
            </a:r>
          </a:p>
        </p:txBody>
      </p:sp>
    </p:spTree>
    <p:extLst>
      <p:ext uri="{BB962C8B-B14F-4D97-AF65-F5344CB8AC3E}">
        <p14:creationId xmlns:p14="http://schemas.microsoft.com/office/powerpoint/2010/main" val="350406395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AD673921-210F-40F8-8B6E-9A1933CB9CCF}"/>
              </a:ext>
            </a:extLst>
          </p:cNvPr>
          <p:cNvSpPr>
            <a:spLocks noGrp="1"/>
          </p:cNvSpPr>
          <p:nvPr>
            <p:ph type="title"/>
          </p:nvPr>
        </p:nvSpPr>
        <p:spPr>
          <a:xfrm>
            <a:off x="323528" y="188640"/>
            <a:ext cx="8229600" cy="1143000"/>
          </a:xfrm>
        </p:spPr>
        <p:txBody>
          <a:bodyPr>
            <a:normAutofit/>
          </a:bodyPr>
          <a:lstStyle/>
          <a:p>
            <a:r>
              <a:rPr lang="zh-CN" altLang="en-US" dirty="0"/>
              <a:t>二进制数与十进制数的转换</a:t>
            </a:r>
          </a:p>
        </p:txBody>
      </p:sp>
      <p:sp>
        <p:nvSpPr>
          <p:cNvPr id="3" name="内容占位符 2">
            <a:extLst>
              <a:ext uri="{FF2B5EF4-FFF2-40B4-BE49-F238E27FC236}">
                <a16:creationId xmlns:a16="http://schemas.microsoft.com/office/drawing/2014/main" id="{9DFE27AB-6F9E-4732-99B6-33CA1C8E26AE}"/>
              </a:ext>
            </a:extLst>
          </p:cNvPr>
          <p:cNvSpPr>
            <a:spLocks noGrp="1"/>
          </p:cNvSpPr>
          <p:nvPr>
            <p:ph idx="1"/>
          </p:nvPr>
        </p:nvSpPr>
        <p:spPr>
          <a:xfrm>
            <a:off x="300832" y="1628800"/>
            <a:ext cx="8375624" cy="5040560"/>
          </a:xfrm>
        </p:spPr>
        <p:txBody>
          <a:bodyPr>
            <a:normAutofit lnSpcReduction="10000"/>
          </a:bodyPr>
          <a:lstStyle/>
          <a:p>
            <a:pPr marL="514350" indent="-514350">
              <a:buFont typeface="+mj-lt"/>
              <a:buAutoNum type="arabicPeriod"/>
            </a:pPr>
            <a:r>
              <a:rPr lang="en-US" altLang="zh-CN" dirty="0"/>
              <a:t> </a:t>
            </a:r>
            <a:r>
              <a:rPr lang="zh-CN" altLang="en-US" sz="3200" dirty="0"/>
              <a:t>二进制整数转换至十进制整数</a:t>
            </a:r>
            <a:endParaRPr lang="en-US" altLang="zh-CN" sz="3200" dirty="0"/>
          </a:p>
          <a:p>
            <a:pPr marL="880110" lvl="1" indent="-514350">
              <a:buFont typeface="Wingdings" panose="05000000000000000000" pitchFamily="2" charset="2"/>
              <a:buChar char="ü"/>
            </a:pPr>
            <a:r>
              <a:rPr lang="en-US" altLang="zh-CN" sz="3000" dirty="0"/>
              <a:t>10001111 </a:t>
            </a:r>
            <a:r>
              <a:rPr lang="zh-CN" altLang="en-US" sz="3000" dirty="0"/>
              <a:t>（</a:t>
            </a:r>
            <a:r>
              <a:rPr lang="en-US" altLang="zh-CN" sz="3000" dirty="0"/>
              <a:t>143</a:t>
            </a:r>
            <a:r>
              <a:rPr lang="zh-CN" altLang="en-US" sz="3000" dirty="0"/>
              <a:t>）</a:t>
            </a:r>
            <a:endParaRPr lang="en-US" altLang="zh-CN" sz="3000" dirty="0"/>
          </a:p>
          <a:p>
            <a:pPr marL="514350" indent="-514350">
              <a:buFont typeface="+mj-lt"/>
              <a:buAutoNum type="arabicPeriod"/>
            </a:pPr>
            <a:r>
              <a:rPr lang="zh-CN" altLang="en-US" sz="3200" dirty="0"/>
              <a:t>十进制整数转换至二进制整数</a:t>
            </a:r>
            <a:endParaRPr lang="en-US" altLang="zh-CN" sz="3200" dirty="0"/>
          </a:p>
          <a:p>
            <a:pPr marL="880110" lvl="1" indent="-514350">
              <a:buFont typeface="Wingdings" panose="05000000000000000000" pitchFamily="2" charset="2"/>
              <a:buChar char="ü"/>
            </a:pPr>
            <a:r>
              <a:rPr lang="en-US" altLang="zh-CN" sz="3000" dirty="0"/>
              <a:t>125   </a:t>
            </a:r>
            <a:r>
              <a:rPr lang="zh-CN" altLang="en-US" sz="3000" dirty="0"/>
              <a:t>（</a:t>
            </a:r>
            <a:r>
              <a:rPr lang="en-US" altLang="zh-CN" sz="3000" dirty="0"/>
              <a:t>1111101</a:t>
            </a:r>
            <a:r>
              <a:rPr lang="zh-CN" altLang="en-US" sz="3000" dirty="0"/>
              <a:t>）（重复除以</a:t>
            </a:r>
            <a:r>
              <a:rPr lang="en-US" altLang="zh-CN" sz="3000" dirty="0"/>
              <a:t>2</a:t>
            </a:r>
            <a:r>
              <a:rPr lang="zh-CN" altLang="en-US" sz="3000" dirty="0"/>
              <a:t>，取余）</a:t>
            </a:r>
            <a:endParaRPr lang="en-US" altLang="zh-CN" sz="3000" dirty="0"/>
          </a:p>
          <a:p>
            <a:pPr marL="514350" indent="-514350">
              <a:buFont typeface="+mj-lt"/>
              <a:buAutoNum type="arabicPeriod"/>
            </a:pPr>
            <a:r>
              <a:rPr lang="zh-CN" altLang="en-US" sz="3200" dirty="0"/>
              <a:t>二进制小数转换至十进制小数</a:t>
            </a:r>
            <a:endParaRPr lang="en-US" altLang="zh-CN" sz="3200" dirty="0"/>
          </a:p>
          <a:p>
            <a:pPr lvl="1">
              <a:buFont typeface="Wingdings" panose="05000000000000000000" pitchFamily="2" charset="2"/>
              <a:buChar char="ü"/>
            </a:pPr>
            <a:r>
              <a:rPr lang="en-US" altLang="zh-CN" sz="3000" dirty="0"/>
              <a:t>     11.01 </a:t>
            </a:r>
            <a:r>
              <a:rPr lang="zh-CN" altLang="en-US" sz="3000" dirty="0"/>
              <a:t>（</a:t>
            </a:r>
            <a:r>
              <a:rPr lang="en-US" altLang="zh-CN" sz="3000" dirty="0"/>
              <a:t>3.25)</a:t>
            </a:r>
          </a:p>
          <a:p>
            <a:pPr marL="514350" indent="-514350">
              <a:buFont typeface="+mj-lt"/>
              <a:buAutoNum type="arabicPeriod"/>
            </a:pPr>
            <a:r>
              <a:rPr lang="zh-CN" altLang="en-US" sz="3200" dirty="0"/>
              <a:t>十进制小数转换至二进制小数</a:t>
            </a:r>
            <a:endParaRPr lang="en-US" altLang="zh-CN" sz="3200" dirty="0"/>
          </a:p>
          <a:p>
            <a:pPr marL="880110" lvl="1" indent="-514350">
              <a:buFont typeface="Wingdings" panose="05000000000000000000" pitchFamily="2" charset="2"/>
              <a:buChar char="ü"/>
            </a:pPr>
            <a:r>
              <a:rPr lang="en-US" altLang="zh-CN" sz="3000" dirty="0"/>
              <a:t>8.75 (1000.11) (</a:t>
            </a:r>
            <a:r>
              <a:rPr lang="zh-CN" altLang="en-US" sz="3000" dirty="0"/>
              <a:t>小数部分重复乘以</a:t>
            </a:r>
            <a:r>
              <a:rPr lang="en-US" altLang="zh-CN" sz="3000" dirty="0"/>
              <a:t>2</a:t>
            </a:r>
            <a:r>
              <a:rPr lang="zh-CN" altLang="en-US" sz="3000" dirty="0"/>
              <a:t>，取整）</a:t>
            </a:r>
            <a:endParaRPr lang="en-US" altLang="zh-CN" sz="3000" dirty="0"/>
          </a:p>
          <a:p>
            <a:pPr marL="880110" lvl="1" indent="-514350">
              <a:buFont typeface="Wingdings" panose="05000000000000000000" pitchFamily="2" charset="2"/>
              <a:buChar char="ü"/>
            </a:pPr>
            <a:r>
              <a:rPr lang="en-US" altLang="zh-CN" sz="3000" dirty="0">
                <a:solidFill>
                  <a:srgbClr val="FF0000"/>
                </a:solidFill>
              </a:rPr>
              <a:t>2.2</a:t>
            </a:r>
            <a:r>
              <a:rPr lang="zh-CN" altLang="en-US" sz="3000" dirty="0">
                <a:solidFill>
                  <a:srgbClr val="FF0000"/>
                </a:solidFill>
              </a:rPr>
              <a:t>？ （</a:t>
            </a:r>
            <a:r>
              <a:rPr lang="en-US" altLang="zh-CN" sz="3000" dirty="0">
                <a:solidFill>
                  <a:srgbClr val="FF0000"/>
                </a:solidFill>
              </a:rPr>
              <a:t>10.001100110011…)</a:t>
            </a:r>
          </a:p>
          <a:p>
            <a:pPr marL="393192" lvl="1" indent="0">
              <a:buNone/>
            </a:pPr>
            <a:endParaRPr lang="en-US" altLang="zh-CN" sz="3000" dirty="0"/>
          </a:p>
          <a:p>
            <a:endParaRPr lang="zh-CN" altLang="en-US" dirty="0"/>
          </a:p>
        </p:txBody>
      </p:sp>
    </p:spTree>
    <p:extLst>
      <p:ext uri="{BB962C8B-B14F-4D97-AF65-F5344CB8AC3E}">
        <p14:creationId xmlns:p14="http://schemas.microsoft.com/office/powerpoint/2010/main" val="26122815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3043" name="Rectangle 3"/>
          <p:cNvSpPr>
            <a:spLocks noGrp="1" noChangeArrowheads="1"/>
          </p:cNvSpPr>
          <p:nvPr>
            <p:ph type="title"/>
          </p:nvPr>
        </p:nvSpPr>
        <p:spPr>
          <a:xfrm>
            <a:off x="323850" y="333375"/>
            <a:ext cx="8569325" cy="1143000"/>
          </a:xfrm>
        </p:spPr>
        <p:txBody>
          <a:bodyPr/>
          <a:lstStyle/>
          <a:p>
            <a:r>
              <a:rPr lang="zh-CN" altLang="en-US" sz="2800" b="1" dirty="0">
                <a:latin typeface="黑体" pitchFamily="2" charset="-122"/>
                <a:ea typeface="黑体" pitchFamily="2" charset="-122"/>
              </a:rPr>
              <a:t>浮点型常量的一般书写格式</a:t>
            </a:r>
            <a:br>
              <a:rPr lang="zh-CN" altLang="en-US" sz="2800" dirty="0">
                <a:solidFill>
                  <a:srgbClr val="0000FF"/>
                </a:solidFill>
                <a:latin typeface="宋体" pitchFamily="2" charset="-122"/>
              </a:rPr>
            </a:br>
            <a:r>
              <a:rPr lang="zh-CN" altLang="en-US" sz="2800" dirty="0">
                <a:latin typeface="宋体" pitchFamily="2" charset="-122"/>
              </a:rPr>
              <a:t> 	</a:t>
            </a:r>
            <a:r>
              <a:rPr lang="zh-CN" altLang="en-US" sz="2800" b="1" dirty="0">
                <a:solidFill>
                  <a:srgbClr val="C00000"/>
                </a:solidFill>
                <a:latin typeface="黑体" pitchFamily="2" charset="-122"/>
                <a:ea typeface="黑体" pitchFamily="2" charset="-122"/>
              </a:rPr>
              <a:t>正负号  整数部分</a:t>
            </a:r>
            <a:r>
              <a:rPr lang="en-US" altLang="zh-CN" sz="2800" b="1" dirty="0">
                <a:solidFill>
                  <a:srgbClr val="C00000"/>
                </a:solidFill>
                <a:latin typeface="黑体" pitchFamily="2" charset="-122"/>
                <a:ea typeface="黑体" pitchFamily="2" charset="-122"/>
              </a:rPr>
              <a:t>.</a:t>
            </a:r>
            <a:r>
              <a:rPr lang="zh-CN" altLang="en-US" sz="2800" b="1" dirty="0">
                <a:solidFill>
                  <a:srgbClr val="C00000"/>
                </a:solidFill>
                <a:latin typeface="黑体" pitchFamily="2" charset="-122"/>
                <a:ea typeface="黑体" pitchFamily="2" charset="-122"/>
              </a:rPr>
              <a:t>小数部分 指数部分</a:t>
            </a:r>
          </a:p>
        </p:txBody>
      </p:sp>
      <p:sp>
        <p:nvSpPr>
          <p:cNvPr id="343042" name="Rectangle 2"/>
          <p:cNvSpPr>
            <a:spLocks noGrp="1" noChangeArrowheads="1"/>
          </p:cNvSpPr>
          <p:nvPr>
            <p:ph idx="1"/>
          </p:nvPr>
        </p:nvSpPr>
        <p:spPr>
          <a:xfrm>
            <a:off x="250825" y="1484313"/>
            <a:ext cx="8713788" cy="4784725"/>
          </a:xfrm>
        </p:spPr>
        <p:txBody>
          <a:bodyPr/>
          <a:lstStyle/>
          <a:p>
            <a:pPr marL="623888" indent="-623888" algn="just">
              <a:spcAft>
                <a:spcPts val="1200"/>
              </a:spcAft>
              <a:buFont typeface="Monotype Sorts" pitchFamily="2" charset="2"/>
              <a:buNone/>
            </a:pPr>
            <a:r>
              <a:rPr lang="en-US" altLang="zh-CN" b="1" dirty="0">
                <a:effectLst>
                  <a:outerShdw blurRad="38100" dist="38100" dir="2700000" algn="tl">
                    <a:srgbClr val="000000"/>
                  </a:outerShdw>
                </a:effectLst>
                <a:latin typeface="宋体" pitchFamily="2" charset="-122"/>
              </a:rPr>
              <a:t>(</a:t>
            </a:r>
            <a:r>
              <a:rPr lang="en-US" altLang="zh-CN" b="1" dirty="0">
                <a:latin typeface="宋体" pitchFamily="2" charset="-122"/>
              </a:rPr>
              <a:t>1)</a:t>
            </a:r>
            <a:r>
              <a:rPr lang="zh-CN" altLang="en-US" b="1" dirty="0">
                <a:latin typeface="宋体" pitchFamily="2" charset="-122"/>
              </a:rPr>
              <a:t>指数部分</a:t>
            </a:r>
            <a:r>
              <a:rPr lang="en-US" altLang="zh-CN" b="1" dirty="0">
                <a:latin typeface="宋体" pitchFamily="2" charset="-122"/>
              </a:rPr>
              <a:t>e(</a:t>
            </a:r>
            <a:r>
              <a:rPr lang="zh-CN" altLang="en-US" b="1" dirty="0">
                <a:latin typeface="宋体" pitchFamily="2" charset="-122"/>
              </a:rPr>
              <a:t>或</a:t>
            </a:r>
            <a:r>
              <a:rPr lang="en-US" altLang="zh-CN" b="1" dirty="0">
                <a:latin typeface="宋体" pitchFamily="2" charset="-122"/>
              </a:rPr>
              <a:t>E)</a:t>
            </a:r>
            <a:r>
              <a:rPr lang="zh-CN" altLang="en-US" b="1" dirty="0">
                <a:latin typeface="宋体" pitchFamily="2" charset="-122"/>
              </a:rPr>
              <a:t>之前必须有数字，且</a:t>
            </a:r>
            <a:r>
              <a:rPr lang="en-US" altLang="zh-CN" b="1" dirty="0">
                <a:latin typeface="宋体" pitchFamily="2" charset="-122"/>
              </a:rPr>
              <a:t>e</a:t>
            </a:r>
            <a:r>
              <a:rPr lang="zh-CN" altLang="en-US" b="1" dirty="0">
                <a:latin typeface="宋体" pitchFamily="2" charset="-122"/>
              </a:rPr>
              <a:t>后面必须为整数。</a:t>
            </a:r>
          </a:p>
          <a:p>
            <a:pPr marL="623888" indent="-623888" algn="just">
              <a:spcAft>
                <a:spcPts val="1200"/>
              </a:spcAft>
              <a:buFont typeface="Monotype Sorts" pitchFamily="2" charset="2"/>
              <a:buNone/>
            </a:pPr>
            <a:r>
              <a:rPr lang="en-US" altLang="zh-CN" b="1" dirty="0">
                <a:latin typeface="宋体" pitchFamily="2" charset="-122"/>
              </a:rPr>
              <a:t>(2)</a:t>
            </a:r>
            <a:r>
              <a:rPr lang="zh-CN" altLang="en-US" b="1" dirty="0">
                <a:latin typeface="宋体" pitchFamily="2" charset="-122"/>
              </a:rPr>
              <a:t>整数部分和小数部分可以任选，但不可同时没有。</a:t>
            </a:r>
          </a:p>
          <a:p>
            <a:pPr marL="623888" indent="-623888" algn="just">
              <a:spcAft>
                <a:spcPts val="1200"/>
              </a:spcAft>
              <a:buFont typeface="Monotype Sorts" pitchFamily="2" charset="2"/>
              <a:buNone/>
            </a:pPr>
            <a:r>
              <a:rPr lang="en-US" altLang="zh-CN" b="1" dirty="0">
                <a:latin typeface="宋体" pitchFamily="2" charset="-122"/>
              </a:rPr>
              <a:t>(3)</a:t>
            </a:r>
            <a:r>
              <a:rPr lang="zh-CN" altLang="en-US" b="1" dirty="0">
                <a:latin typeface="宋体" pitchFamily="2" charset="-122"/>
              </a:rPr>
              <a:t>在浮点型常数后加</a:t>
            </a:r>
            <a:r>
              <a:rPr lang="en-US" altLang="zh-CN" b="1" dirty="0">
                <a:solidFill>
                  <a:srgbClr val="CC0000"/>
                </a:solidFill>
                <a:latin typeface="宋体" pitchFamily="2" charset="-122"/>
              </a:rPr>
              <a:t>f</a:t>
            </a:r>
            <a:r>
              <a:rPr lang="zh-CN" altLang="en-US" b="1" dirty="0">
                <a:latin typeface="宋体" pitchFamily="2" charset="-122"/>
              </a:rPr>
              <a:t>标识，表示</a:t>
            </a:r>
            <a:r>
              <a:rPr lang="en-US" altLang="zh-CN" b="1" dirty="0">
                <a:solidFill>
                  <a:srgbClr val="CC0000"/>
                </a:solidFill>
                <a:latin typeface="宋体" pitchFamily="2" charset="-122"/>
              </a:rPr>
              <a:t>float</a:t>
            </a:r>
            <a:r>
              <a:rPr lang="zh-CN" altLang="en-US" b="1" dirty="0">
                <a:latin typeface="宋体" pitchFamily="2" charset="-122"/>
              </a:rPr>
              <a:t>；加</a:t>
            </a:r>
            <a:r>
              <a:rPr lang="en-US" altLang="zh-CN" b="1" dirty="0">
                <a:solidFill>
                  <a:srgbClr val="CC0066"/>
                </a:solidFill>
                <a:latin typeface="宋体" pitchFamily="2" charset="-122"/>
              </a:rPr>
              <a:t>l(</a:t>
            </a:r>
            <a:r>
              <a:rPr lang="zh-CN" altLang="en-US" b="1" dirty="0">
                <a:solidFill>
                  <a:srgbClr val="CC0066"/>
                </a:solidFill>
                <a:latin typeface="宋体" pitchFamily="2" charset="-122"/>
              </a:rPr>
              <a:t>或 </a:t>
            </a:r>
            <a:r>
              <a:rPr lang="en-US" altLang="zh-CN" b="1" dirty="0">
                <a:solidFill>
                  <a:srgbClr val="CC0066"/>
                </a:solidFill>
                <a:latin typeface="宋体" pitchFamily="2" charset="-122"/>
              </a:rPr>
              <a:t>L)</a:t>
            </a:r>
            <a:r>
              <a:rPr lang="zh-CN" altLang="en-US" b="1" dirty="0">
                <a:latin typeface="宋体" pitchFamily="2" charset="-122"/>
              </a:rPr>
              <a:t>表示</a:t>
            </a:r>
            <a:r>
              <a:rPr lang="en-US" altLang="zh-CN" b="1" dirty="0">
                <a:solidFill>
                  <a:srgbClr val="CC0066"/>
                </a:solidFill>
                <a:latin typeface="宋体" pitchFamily="2" charset="-122"/>
              </a:rPr>
              <a:t>long double</a:t>
            </a:r>
            <a:r>
              <a:rPr lang="en-US" altLang="zh-CN" b="1" dirty="0">
                <a:latin typeface="宋体" pitchFamily="2" charset="-122"/>
              </a:rPr>
              <a:t> </a:t>
            </a:r>
            <a:r>
              <a:rPr lang="zh-CN" altLang="en-US" b="1" dirty="0">
                <a:latin typeface="宋体" pitchFamily="2" charset="-122"/>
              </a:rPr>
              <a:t>型，而无后缀符的浮点型常数被认为是 </a:t>
            </a:r>
            <a:r>
              <a:rPr lang="en-US" altLang="zh-CN" b="1" dirty="0">
                <a:solidFill>
                  <a:srgbClr val="CC0066"/>
                </a:solidFill>
                <a:latin typeface="宋体" pitchFamily="2" charset="-122"/>
              </a:rPr>
              <a:t>double</a:t>
            </a:r>
            <a:r>
              <a:rPr lang="en-US" altLang="zh-CN" b="1" dirty="0">
                <a:latin typeface="宋体" pitchFamily="2" charset="-122"/>
              </a:rPr>
              <a:t> </a:t>
            </a:r>
            <a:r>
              <a:rPr lang="zh-CN" altLang="en-US" b="1" dirty="0">
                <a:latin typeface="宋体" pitchFamily="2" charset="-122"/>
              </a:rPr>
              <a:t>型。</a:t>
            </a:r>
          </a:p>
          <a:p>
            <a:pPr marL="623888" indent="-623888" algn="just">
              <a:buFont typeface="Monotype Sorts" pitchFamily="2" charset="2"/>
              <a:buNone/>
            </a:pPr>
            <a:r>
              <a:rPr lang="zh-CN" altLang="en-US" b="1" dirty="0">
                <a:latin typeface="宋体" pitchFamily="2" charset="-122"/>
              </a:rPr>
              <a:t>合法的浮点型常数：</a:t>
            </a:r>
            <a:r>
              <a:rPr lang="en-US" altLang="zh-CN" b="1" dirty="0">
                <a:latin typeface="宋体" pitchFamily="2" charset="-122"/>
              </a:rPr>
              <a:t>7.</a:t>
            </a:r>
            <a:r>
              <a:rPr lang="zh-CN" altLang="en-US" b="1" dirty="0">
                <a:latin typeface="宋体" pitchFamily="2" charset="-122"/>
              </a:rPr>
              <a:t>、</a:t>
            </a:r>
            <a:r>
              <a:rPr lang="en-US" altLang="zh-CN" b="1" dirty="0">
                <a:latin typeface="宋体" pitchFamily="2" charset="-122"/>
              </a:rPr>
              <a:t>.457</a:t>
            </a:r>
            <a:r>
              <a:rPr lang="zh-CN" altLang="en-US" b="1" dirty="0">
                <a:latin typeface="宋体" pitchFamily="2" charset="-122"/>
              </a:rPr>
              <a:t>、</a:t>
            </a:r>
            <a:r>
              <a:rPr lang="en-US" altLang="zh-CN" b="1" dirty="0">
                <a:latin typeface="宋体" pitchFamily="2" charset="-122"/>
              </a:rPr>
              <a:t>1E5</a:t>
            </a:r>
            <a:r>
              <a:rPr lang="zh-CN" altLang="en-US" b="1" dirty="0">
                <a:latin typeface="宋体" pitchFamily="2" charset="-122"/>
              </a:rPr>
              <a:t>、</a:t>
            </a:r>
            <a:r>
              <a:rPr lang="en-US" altLang="zh-CN" b="1" dirty="0">
                <a:latin typeface="宋体" pitchFamily="2" charset="-122"/>
              </a:rPr>
              <a:t>1.5e-6 </a:t>
            </a:r>
          </a:p>
          <a:p>
            <a:pPr marL="623888" indent="-623888" algn="just">
              <a:buFont typeface="Monotype Sorts" pitchFamily="2" charset="2"/>
              <a:buNone/>
            </a:pPr>
            <a:r>
              <a:rPr lang="zh-CN" altLang="en-US" sz="2800" b="1" dirty="0">
                <a:latin typeface="宋体" pitchFamily="2" charset="-122"/>
              </a:rPr>
              <a:t>不正确</a:t>
            </a:r>
            <a:r>
              <a:rPr lang="zh-CN" altLang="en-US" b="1" dirty="0">
                <a:latin typeface="宋体" pitchFamily="2" charset="-122"/>
              </a:rPr>
              <a:t>的浮点型常数： </a:t>
            </a:r>
            <a:r>
              <a:rPr lang="en-US" altLang="zh-CN" b="1" dirty="0">
                <a:latin typeface="宋体" pitchFamily="2" charset="-122"/>
              </a:rPr>
              <a:t>E4</a:t>
            </a:r>
            <a:r>
              <a:rPr lang="zh-CN" altLang="en-US" b="1" dirty="0">
                <a:latin typeface="宋体" pitchFamily="2" charset="-122"/>
              </a:rPr>
              <a:t>、</a:t>
            </a:r>
            <a:r>
              <a:rPr lang="en-US" altLang="zh-CN" b="1" dirty="0">
                <a:latin typeface="宋体" pitchFamily="2" charset="-122"/>
              </a:rPr>
              <a:t>.E5</a:t>
            </a:r>
            <a:r>
              <a:rPr lang="zh-CN" altLang="en-US" b="1" dirty="0">
                <a:latin typeface="宋体" pitchFamily="2" charset="-122"/>
              </a:rPr>
              <a:t>、</a:t>
            </a:r>
            <a:r>
              <a:rPr lang="en-US" altLang="zh-CN" b="1" dirty="0">
                <a:latin typeface="宋体" pitchFamily="2" charset="-122"/>
              </a:rPr>
              <a:t>4.0E</a:t>
            </a:r>
          </a:p>
          <a:p>
            <a:pPr marL="623888" indent="-623888" algn="just">
              <a:buFont typeface="Monotype Sorts" pitchFamily="2" charset="2"/>
              <a:buNone/>
            </a:pPr>
            <a:r>
              <a:rPr lang="en-US" altLang="zh-CN" sz="2800" b="1" dirty="0">
                <a:latin typeface="宋体" pitchFamily="2" charset="-122"/>
              </a:rPr>
              <a:t>1.5</a:t>
            </a:r>
            <a:r>
              <a:rPr lang="zh-CN" altLang="en-US" sz="2800" b="1" dirty="0">
                <a:latin typeface="宋体" pitchFamily="2" charset="-122"/>
              </a:rPr>
              <a:t>、</a:t>
            </a:r>
            <a:r>
              <a:rPr lang="en-US" altLang="zh-CN" sz="2800" b="1" dirty="0">
                <a:latin typeface="宋体" pitchFamily="2" charset="-122"/>
              </a:rPr>
              <a:t>1.5f</a:t>
            </a:r>
            <a:r>
              <a:rPr lang="zh-CN" altLang="en-US" sz="2800" b="1" dirty="0">
                <a:latin typeface="宋体" pitchFamily="2" charset="-122"/>
              </a:rPr>
              <a:t>、</a:t>
            </a:r>
            <a:r>
              <a:rPr lang="en-US" altLang="zh-CN" sz="2800" b="1" dirty="0">
                <a:latin typeface="宋体" pitchFamily="2" charset="-122"/>
              </a:rPr>
              <a:t>1.5L </a:t>
            </a:r>
            <a:r>
              <a:rPr lang="zh-CN" altLang="en-US" b="1" dirty="0">
                <a:latin typeface="宋体" pitchFamily="2" charset="-122"/>
              </a:rPr>
              <a:t>分别表示</a:t>
            </a:r>
          </a:p>
          <a:p>
            <a:pPr marL="623888" indent="-623888" algn="just">
              <a:buFont typeface="Monotype Sorts" pitchFamily="2" charset="2"/>
              <a:buNone/>
            </a:pPr>
            <a:r>
              <a:rPr lang="en-US" altLang="zh-CN" b="1" dirty="0">
                <a:latin typeface="宋体" pitchFamily="2" charset="-122"/>
              </a:rPr>
              <a:t>double</a:t>
            </a:r>
            <a:r>
              <a:rPr lang="zh-CN" altLang="en-US" b="1" dirty="0">
                <a:latin typeface="宋体" pitchFamily="2" charset="-122"/>
              </a:rPr>
              <a:t>型、</a:t>
            </a:r>
            <a:r>
              <a:rPr lang="en-US" altLang="zh-CN" b="1" dirty="0">
                <a:latin typeface="宋体" pitchFamily="2" charset="-122"/>
              </a:rPr>
              <a:t>float</a:t>
            </a:r>
            <a:r>
              <a:rPr lang="zh-CN" altLang="en-US" b="1" dirty="0">
                <a:latin typeface="宋体" pitchFamily="2" charset="-122"/>
              </a:rPr>
              <a:t>型和</a:t>
            </a:r>
            <a:r>
              <a:rPr lang="en-US" altLang="zh-CN" b="1" dirty="0">
                <a:latin typeface="宋体" pitchFamily="2" charset="-122"/>
              </a:rPr>
              <a:t>long double</a:t>
            </a:r>
            <a:r>
              <a:rPr lang="zh-CN" altLang="en-US" b="1" dirty="0">
                <a:latin typeface="宋体" pitchFamily="2" charset="-122"/>
              </a:rPr>
              <a:t>型浮点型常数 </a:t>
            </a:r>
          </a:p>
        </p:txBody>
      </p:sp>
      <p:sp>
        <p:nvSpPr>
          <p:cNvPr id="6" name="灯片编号占位符 5"/>
          <p:cNvSpPr>
            <a:spLocks noGrp="1"/>
          </p:cNvSpPr>
          <p:nvPr>
            <p:ph type="sldNum" sz="quarter" idx="12"/>
          </p:nvPr>
        </p:nvSpPr>
        <p:spPr/>
        <p:txBody>
          <a:bodyPr/>
          <a:lstStyle/>
          <a:p>
            <a:fld id="{816772AF-1F73-49BE-BF7B-141D4B931DF3}" type="slidenum">
              <a:rPr lang="en-US" altLang="zh-CN"/>
              <a:pPr/>
              <a:t>16</a:t>
            </a:fld>
            <a:endParaRPr lang="en-US" altLang="zh-CN"/>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4066" name="Rectangle 2"/>
          <p:cNvSpPr>
            <a:spLocks noGrp="1" noChangeArrowheads="1"/>
          </p:cNvSpPr>
          <p:nvPr>
            <p:ph idx="1"/>
          </p:nvPr>
        </p:nvSpPr>
        <p:spPr>
          <a:xfrm>
            <a:off x="395288" y="836613"/>
            <a:ext cx="8424862" cy="5427662"/>
          </a:xfrm>
        </p:spPr>
        <p:txBody>
          <a:bodyPr/>
          <a:lstStyle/>
          <a:p>
            <a:pPr marL="536575" indent="-536575" algn="just">
              <a:buFont typeface="Monotype Sorts" pitchFamily="2" charset="2"/>
              <a:buNone/>
            </a:pPr>
            <a:r>
              <a:rPr lang="en-US" altLang="zh-CN" b="1" dirty="0">
                <a:effectLst>
                  <a:outerShdw blurRad="38100" dist="38100" dir="2700000" algn="tl">
                    <a:srgbClr val="000000"/>
                  </a:outerShdw>
                </a:effectLst>
                <a:latin typeface="宋体" pitchFamily="2" charset="-122"/>
              </a:rPr>
              <a:t>(4)</a:t>
            </a:r>
            <a:r>
              <a:rPr lang="en-US" altLang="zh-CN" b="1" dirty="0" err="1">
                <a:effectLst>
                  <a:outerShdw blurRad="38100" dist="38100" dir="2700000" algn="tl">
                    <a:srgbClr val="000000"/>
                  </a:outerShdw>
                </a:effectLst>
                <a:latin typeface="宋体" pitchFamily="2" charset="-122"/>
              </a:rPr>
              <a:t>计算机</a:t>
            </a:r>
            <a:r>
              <a:rPr lang="en-US" altLang="zh-CN" b="1" dirty="0" err="1">
                <a:effectLst>
                  <a:outerShdw blurRad="38100" dist="38100" dir="2700000" algn="tl">
                    <a:srgbClr val="000000"/>
                  </a:outerShdw>
                </a:effectLst>
                <a:highlight>
                  <a:srgbClr val="FFFF00"/>
                </a:highlight>
                <a:latin typeface="宋体" pitchFamily="2" charset="-122"/>
              </a:rPr>
              <a:t>存储</a:t>
            </a:r>
            <a:r>
              <a:rPr lang="zh-CN" altLang="en-US" b="1" dirty="0">
                <a:effectLst>
                  <a:outerShdw blurRad="38100" dist="38100" dir="2700000" algn="tl">
                    <a:srgbClr val="000000"/>
                  </a:outerShdw>
                </a:effectLst>
                <a:latin typeface="宋体" pitchFamily="2" charset="-122"/>
              </a:rPr>
              <a:t>的浮点数与</a:t>
            </a:r>
            <a:r>
              <a:rPr lang="zh-CN" altLang="en-US" b="1" dirty="0">
                <a:effectLst>
                  <a:outerShdw blurRad="38100" dist="38100" dir="2700000" algn="tl">
                    <a:srgbClr val="000000"/>
                  </a:outerShdw>
                </a:effectLst>
                <a:highlight>
                  <a:srgbClr val="FFFF00"/>
                </a:highlight>
                <a:latin typeface="宋体" pitchFamily="2" charset="-122"/>
              </a:rPr>
              <a:t>书写</a:t>
            </a:r>
            <a:r>
              <a:rPr lang="zh-CN" altLang="en-US" b="1" dirty="0">
                <a:effectLst>
                  <a:outerShdw blurRad="38100" dist="38100" dir="2700000" algn="tl">
                    <a:srgbClr val="000000"/>
                  </a:outerShdw>
                </a:effectLst>
                <a:latin typeface="宋体" pitchFamily="2" charset="-122"/>
              </a:rPr>
              <a:t>的浮点数会有误差。</a:t>
            </a:r>
          </a:p>
          <a:p>
            <a:pPr marL="536575" indent="-536575" algn="just">
              <a:buFont typeface="Monotype Sorts" pitchFamily="2" charset="2"/>
              <a:buNone/>
            </a:pPr>
            <a:r>
              <a:rPr lang="zh-CN" altLang="en-US" b="1" dirty="0">
                <a:effectLst>
                  <a:outerShdw blurRad="38100" dist="38100" dir="2700000" algn="tl">
                    <a:srgbClr val="000000"/>
                  </a:outerShdw>
                </a:effectLst>
                <a:latin typeface="宋体" pitchFamily="2" charset="-122"/>
              </a:rPr>
              <a:t>   例如</a:t>
            </a:r>
            <a:r>
              <a:rPr lang="en-US" altLang="zh-CN" b="1" dirty="0">
                <a:effectLst>
                  <a:outerShdw blurRad="38100" dist="38100" dir="2700000" algn="tl">
                    <a:srgbClr val="000000"/>
                  </a:outerShdw>
                </a:effectLst>
                <a:latin typeface="宋体" pitchFamily="2" charset="-122"/>
              </a:rPr>
              <a:t>:  float x = 111111.111;</a:t>
            </a:r>
          </a:p>
          <a:p>
            <a:pPr marL="536575" indent="-536575" algn="just">
              <a:buFont typeface="Monotype Sorts" pitchFamily="2" charset="2"/>
              <a:buNone/>
            </a:pPr>
            <a:r>
              <a:rPr lang="en-US" altLang="zh-CN" b="1" dirty="0">
                <a:effectLst>
                  <a:outerShdw blurRad="38100" dist="38100" dir="2700000" algn="tl">
                    <a:srgbClr val="000000"/>
                  </a:outerShdw>
                </a:effectLst>
                <a:latin typeface="宋体" pitchFamily="2" charset="-122"/>
              </a:rPr>
              <a:t>   </a:t>
            </a:r>
            <a:r>
              <a:rPr lang="zh-CN" altLang="en-US" b="1" dirty="0">
                <a:effectLst>
                  <a:outerShdw blurRad="38100" dist="38100" dir="2700000" algn="tl">
                    <a:srgbClr val="000000"/>
                  </a:outerShdw>
                </a:effectLst>
                <a:latin typeface="宋体" pitchFamily="2" charset="-122"/>
              </a:rPr>
              <a:t>因</a:t>
            </a:r>
            <a:r>
              <a:rPr lang="en-US" altLang="zh-CN" b="1" dirty="0">
                <a:effectLst>
                  <a:outerShdw blurRad="38100" dist="38100" dir="2700000" algn="tl">
                    <a:srgbClr val="000000"/>
                  </a:outerShdw>
                </a:effectLst>
                <a:latin typeface="宋体" pitchFamily="2" charset="-122"/>
              </a:rPr>
              <a:t>x</a:t>
            </a:r>
            <a:r>
              <a:rPr lang="zh-CN" altLang="en-US" b="1" dirty="0">
                <a:effectLst>
                  <a:outerShdw blurRad="38100" dist="38100" dir="2700000" algn="tl">
                    <a:srgbClr val="000000"/>
                  </a:outerShdw>
                </a:effectLst>
                <a:latin typeface="宋体" pitchFamily="2" charset="-122"/>
              </a:rPr>
              <a:t>只有</a:t>
            </a:r>
            <a:r>
              <a:rPr lang="zh-CN" altLang="en-US" sz="3200" b="1" dirty="0">
                <a:effectLst>
                  <a:outerShdw blurRad="38100" dist="38100" dir="2700000" algn="tl">
                    <a:srgbClr val="000000"/>
                  </a:outerShdw>
                </a:effectLst>
                <a:latin typeface="宋体" pitchFamily="2" charset="-122"/>
              </a:rPr>
              <a:t>约</a:t>
            </a:r>
            <a:r>
              <a:rPr lang="en-US" altLang="zh-CN" b="1" dirty="0">
                <a:solidFill>
                  <a:srgbClr val="CC0000"/>
                </a:solidFill>
                <a:effectLst>
                  <a:outerShdw blurRad="38100" dist="38100" dir="2700000" algn="tl">
                    <a:srgbClr val="000000"/>
                  </a:outerShdw>
                </a:effectLst>
                <a:latin typeface="宋体" pitchFamily="2" charset="-122"/>
              </a:rPr>
              <a:t>7</a:t>
            </a:r>
            <a:r>
              <a:rPr lang="zh-CN" altLang="en-US" b="1" dirty="0">
                <a:solidFill>
                  <a:srgbClr val="CC0000"/>
                </a:solidFill>
                <a:effectLst>
                  <a:outerShdw blurRad="38100" dist="38100" dir="2700000" algn="tl">
                    <a:srgbClr val="000000"/>
                  </a:outerShdw>
                </a:effectLst>
                <a:latin typeface="宋体" pitchFamily="2" charset="-122"/>
              </a:rPr>
              <a:t>位有效数字</a:t>
            </a:r>
            <a:r>
              <a:rPr lang="en-US" altLang="zh-CN" b="1" dirty="0">
                <a:effectLst>
                  <a:outerShdw blurRad="38100" dist="38100" dir="2700000" algn="tl">
                    <a:srgbClr val="000000"/>
                  </a:outerShdw>
                </a:effectLst>
                <a:latin typeface="宋体" pitchFamily="2" charset="-122"/>
              </a:rPr>
              <a:t>,</a:t>
            </a:r>
            <a:r>
              <a:rPr lang="zh-CN" altLang="en-US" b="1" dirty="0">
                <a:effectLst>
                  <a:outerShdw blurRad="38100" dist="38100" dir="2700000" algn="tl">
                    <a:srgbClr val="000000"/>
                  </a:outerShdw>
                </a:effectLst>
                <a:latin typeface="宋体" pitchFamily="2" charset="-122"/>
              </a:rPr>
              <a:t>浮点数</a:t>
            </a:r>
            <a:r>
              <a:rPr lang="en-US" altLang="zh-CN" b="1" dirty="0">
                <a:effectLst>
                  <a:outerShdw blurRad="38100" dist="38100" dir="2700000" algn="tl">
                    <a:srgbClr val="000000"/>
                  </a:outerShdw>
                </a:effectLst>
                <a:latin typeface="宋体" pitchFamily="2" charset="-122"/>
              </a:rPr>
              <a:t>111111.111</a:t>
            </a:r>
            <a:r>
              <a:rPr lang="zh-CN" altLang="en-US" b="1" dirty="0">
                <a:effectLst>
                  <a:outerShdw blurRad="38100" dist="38100" dir="2700000" algn="tl">
                    <a:srgbClr val="000000"/>
                  </a:outerShdw>
                </a:effectLst>
                <a:latin typeface="宋体" pitchFamily="2" charset="-122"/>
              </a:rPr>
              <a:t>所对应的二进制形式中，</a:t>
            </a:r>
            <a:r>
              <a:rPr lang="zh-CN" altLang="en-US" b="1" dirty="0">
                <a:effectLst>
                  <a:outerShdw blurRad="38100" dist="38100" dir="2700000" algn="tl">
                    <a:srgbClr val="000000"/>
                  </a:outerShdw>
                </a:effectLst>
                <a:highlight>
                  <a:srgbClr val="FFFF00"/>
                </a:highlight>
                <a:latin typeface="宋体" pitchFamily="2" charset="-122"/>
              </a:rPr>
              <a:t>超出</a:t>
            </a:r>
            <a:r>
              <a:rPr lang="zh-CN" altLang="en-US" b="1" dirty="0">
                <a:effectLst>
                  <a:outerShdw blurRad="38100" dist="38100" dir="2700000" algn="tl">
                    <a:srgbClr val="000000"/>
                  </a:outerShdw>
                </a:effectLst>
                <a:latin typeface="宋体" pitchFamily="2" charset="-122"/>
              </a:rPr>
              <a:t>存储位数的那些位就</a:t>
            </a:r>
            <a:r>
              <a:rPr lang="zh-CN" altLang="en-US" b="1" dirty="0">
                <a:effectLst>
                  <a:outerShdw blurRad="38100" dist="38100" dir="2700000" algn="tl">
                    <a:srgbClr val="000000"/>
                  </a:outerShdw>
                </a:effectLst>
                <a:highlight>
                  <a:srgbClr val="FFFF00"/>
                </a:highlight>
                <a:latin typeface="宋体" pitchFamily="2" charset="-122"/>
              </a:rPr>
              <a:t>不会被存储</a:t>
            </a:r>
            <a:r>
              <a:rPr lang="zh-CN" altLang="en-US" b="1" dirty="0">
                <a:effectLst>
                  <a:outerShdw blurRad="38100" dist="38100" dir="2700000" algn="tl">
                    <a:srgbClr val="000000"/>
                  </a:outerShdw>
                </a:effectLst>
                <a:latin typeface="宋体" pitchFamily="2" charset="-122"/>
              </a:rPr>
              <a:t>。</a:t>
            </a:r>
          </a:p>
          <a:p>
            <a:pPr marL="536575" indent="-536575" algn="just">
              <a:buFont typeface="Monotype Sorts" pitchFamily="2" charset="2"/>
              <a:buNone/>
            </a:pPr>
            <a:r>
              <a:rPr lang="en-US" altLang="zh-CN" b="1" dirty="0">
                <a:effectLst>
                  <a:outerShdw blurRad="38100" dist="38100" dir="2700000" algn="tl">
                    <a:srgbClr val="000000"/>
                  </a:outerShdw>
                </a:effectLst>
                <a:latin typeface="宋体" pitchFamily="2" charset="-122"/>
              </a:rPr>
              <a:t>(5)</a:t>
            </a:r>
            <a:r>
              <a:rPr lang="zh-CN" altLang="en-US" b="1" dirty="0">
                <a:effectLst>
                  <a:outerShdw blurRad="38100" dist="38100" dir="2700000" algn="tl">
                    <a:srgbClr val="000000"/>
                  </a:outerShdw>
                </a:effectLst>
                <a:latin typeface="宋体" pitchFamily="2" charset="-122"/>
              </a:rPr>
              <a:t>由于浮点数运算的计算误差，两个数学上完全等价的计算公式，会因计算顺序不同，得到的两个结果不能保证相等。</a:t>
            </a:r>
          </a:p>
          <a:p>
            <a:pPr marL="536575" indent="-536575" algn="just">
              <a:buFont typeface="Monotype Sorts" pitchFamily="2" charset="2"/>
              <a:buNone/>
            </a:pPr>
            <a:r>
              <a:rPr lang="zh-CN" altLang="en-US" b="1" dirty="0">
                <a:solidFill>
                  <a:srgbClr val="FF0000"/>
                </a:solidFill>
                <a:effectLst>
                  <a:outerShdw blurRad="38100" dist="38100" dir="2700000" algn="tl">
                    <a:srgbClr val="000000"/>
                  </a:outerShdw>
                </a:effectLst>
                <a:latin typeface="宋体" pitchFamily="2" charset="-122"/>
              </a:rPr>
              <a:t>   常用判别两浮点数非常相近的表达式</a:t>
            </a:r>
          </a:p>
          <a:p>
            <a:pPr marL="536575" indent="-536575" algn="just">
              <a:buFont typeface="Monotype Sorts" pitchFamily="2" charset="2"/>
              <a:buNone/>
            </a:pPr>
            <a:r>
              <a:rPr lang="zh-CN" altLang="en-US" b="1" dirty="0">
                <a:effectLst>
                  <a:outerShdw blurRad="38100" dist="38100" dir="2700000" algn="tl">
                    <a:srgbClr val="000000"/>
                  </a:outerShdw>
                </a:effectLst>
                <a:latin typeface="宋体" pitchFamily="2" charset="-122"/>
              </a:rPr>
              <a:t>绝对误差  </a:t>
            </a:r>
            <a:r>
              <a:rPr lang="en-US" altLang="zh-CN" b="1" dirty="0" err="1">
                <a:effectLst>
                  <a:outerShdw blurRad="38100" dist="38100" dir="2700000" algn="tl">
                    <a:srgbClr val="000000"/>
                  </a:outerShdw>
                </a:effectLst>
                <a:latin typeface="宋体" pitchFamily="2" charset="-122"/>
              </a:rPr>
              <a:t>fabs</a:t>
            </a:r>
            <a:r>
              <a:rPr lang="en-US" altLang="zh-CN" b="1" dirty="0">
                <a:effectLst>
                  <a:outerShdw blurRad="38100" dist="38100" dir="2700000" algn="tl">
                    <a:srgbClr val="000000"/>
                  </a:outerShdw>
                </a:effectLst>
                <a:latin typeface="宋体" pitchFamily="2" charset="-122"/>
              </a:rPr>
              <a:t>(x-y) &lt; 1e-6</a:t>
            </a:r>
          </a:p>
          <a:p>
            <a:pPr marL="536575" indent="-536575" algn="just">
              <a:buFont typeface="Monotype Sorts" pitchFamily="2" charset="2"/>
              <a:buNone/>
            </a:pPr>
            <a:endParaRPr lang="en-US" altLang="zh-CN" b="1" dirty="0">
              <a:effectLst>
                <a:outerShdw blurRad="38100" dist="38100" dir="2700000" algn="tl">
                  <a:srgbClr val="000000"/>
                </a:outerShdw>
              </a:effectLst>
              <a:latin typeface="宋体" pitchFamily="2" charset="-122"/>
            </a:endParaRPr>
          </a:p>
          <a:p>
            <a:pPr marL="536575" indent="-536575" algn="just">
              <a:buFont typeface="Monotype Sorts" pitchFamily="2" charset="2"/>
              <a:buNone/>
            </a:pPr>
            <a:r>
              <a:rPr lang="zh-CN" altLang="en-US" b="1" dirty="0">
                <a:effectLst>
                  <a:outerShdw blurRad="38100" dist="38100" dir="2700000" algn="tl">
                    <a:srgbClr val="000000"/>
                  </a:outerShdw>
                </a:effectLst>
                <a:latin typeface="宋体" pitchFamily="2" charset="-122"/>
              </a:rPr>
              <a:t>相对精度  </a:t>
            </a:r>
            <a:r>
              <a:rPr lang="en-US" altLang="zh-CN" b="1" dirty="0" err="1">
                <a:effectLst>
                  <a:outerShdw blurRad="38100" dist="38100" dir="2700000" algn="tl">
                    <a:srgbClr val="000000"/>
                  </a:outerShdw>
                </a:effectLst>
                <a:latin typeface="宋体" pitchFamily="2" charset="-122"/>
              </a:rPr>
              <a:t>fabs</a:t>
            </a:r>
            <a:r>
              <a:rPr lang="en-US" altLang="zh-CN" b="1" dirty="0">
                <a:effectLst>
                  <a:outerShdw blurRad="38100" dist="38100" dir="2700000" algn="tl">
                    <a:srgbClr val="000000"/>
                  </a:outerShdw>
                </a:effectLst>
                <a:latin typeface="宋体" pitchFamily="2" charset="-122"/>
              </a:rPr>
              <a:t>(x-y) &lt;= </a:t>
            </a:r>
            <a:r>
              <a:rPr lang="en-US" altLang="zh-CN" b="1" dirty="0" err="1">
                <a:effectLst>
                  <a:outerShdw blurRad="38100" dist="38100" dir="2700000" algn="tl">
                    <a:srgbClr val="000000"/>
                  </a:outerShdw>
                </a:effectLst>
                <a:latin typeface="宋体" pitchFamily="2" charset="-122"/>
              </a:rPr>
              <a:t>fabs</a:t>
            </a:r>
            <a:r>
              <a:rPr lang="en-US" altLang="zh-CN" b="1" dirty="0">
                <a:effectLst>
                  <a:outerShdw blurRad="38100" dist="38100" dir="2700000" algn="tl">
                    <a:srgbClr val="000000"/>
                  </a:outerShdw>
                </a:effectLst>
                <a:latin typeface="宋体" pitchFamily="2" charset="-122"/>
              </a:rPr>
              <a:t>(x*1e-6)</a:t>
            </a:r>
          </a:p>
        </p:txBody>
      </p:sp>
      <p:sp>
        <p:nvSpPr>
          <p:cNvPr id="6" name="灯片编号占位符 5"/>
          <p:cNvSpPr>
            <a:spLocks noGrp="1"/>
          </p:cNvSpPr>
          <p:nvPr>
            <p:ph type="sldNum" sz="quarter" idx="12"/>
          </p:nvPr>
        </p:nvSpPr>
        <p:spPr/>
        <p:txBody>
          <a:bodyPr/>
          <a:lstStyle/>
          <a:p>
            <a:fld id="{C91C4A26-784E-4F5F-AC33-BCC6C4956038}" type="slidenum">
              <a:rPr lang="en-US" altLang="zh-CN"/>
              <a:pPr/>
              <a:t>17</a:t>
            </a:fld>
            <a:endParaRPr lang="en-US" altLang="zh-CN"/>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4406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12DA5C3D-7F5C-4BCB-A6C1-113986A87EFF}"/>
              </a:ext>
            </a:extLst>
          </p:cNvPr>
          <p:cNvSpPr>
            <a:spLocks noGrp="1"/>
          </p:cNvSpPr>
          <p:nvPr>
            <p:ph type="title"/>
          </p:nvPr>
        </p:nvSpPr>
        <p:spPr/>
        <p:txBody>
          <a:bodyPr/>
          <a:lstStyle/>
          <a:p>
            <a:endParaRPr lang="zh-CN" altLang="en-US"/>
          </a:p>
        </p:txBody>
      </p:sp>
      <p:pic>
        <p:nvPicPr>
          <p:cNvPr id="4" name="图片 3">
            <a:extLst>
              <a:ext uri="{FF2B5EF4-FFF2-40B4-BE49-F238E27FC236}">
                <a16:creationId xmlns:a16="http://schemas.microsoft.com/office/drawing/2014/main" id="{19AA29CF-3E47-46FE-AB17-BA21871D1811}"/>
              </a:ext>
            </a:extLst>
          </p:cNvPr>
          <p:cNvPicPr>
            <a:picLocks noChangeAspect="1"/>
          </p:cNvPicPr>
          <p:nvPr/>
        </p:nvPicPr>
        <p:blipFill>
          <a:blip r:embed="rId2"/>
          <a:stretch>
            <a:fillRect/>
          </a:stretch>
        </p:blipFill>
        <p:spPr>
          <a:xfrm>
            <a:off x="0" y="908720"/>
            <a:ext cx="9144000" cy="4523213"/>
          </a:xfrm>
          <a:prstGeom prst="rect">
            <a:avLst/>
          </a:prstGeom>
        </p:spPr>
      </p:pic>
    </p:spTree>
    <p:extLst>
      <p:ext uri="{BB962C8B-B14F-4D97-AF65-F5344CB8AC3E}">
        <p14:creationId xmlns:p14="http://schemas.microsoft.com/office/powerpoint/2010/main" val="10757244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3091" name="Rectangle 3"/>
          <p:cNvSpPr>
            <a:spLocks noGrp="1" noChangeArrowheads="1"/>
          </p:cNvSpPr>
          <p:nvPr>
            <p:ph type="title"/>
          </p:nvPr>
        </p:nvSpPr>
        <p:spPr>
          <a:xfrm>
            <a:off x="539750" y="404813"/>
            <a:ext cx="7656513" cy="863600"/>
          </a:xfrm>
        </p:spPr>
        <p:txBody>
          <a:bodyPr>
            <a:normAutofit/>
          </a:bodyPr>
          <a:lstStyle/>
          <a:p>
            <a:r>
              <a:rPr lang="zh-CN" altLang="en-US" sz="4400" b="1" dirty="0">
                <a:solidFill>
                  <a:schemeClr val="tx1"/>
                </a:solidFill>
                <a:latin typeface="黑体" pitchFamily="2" charset="-122"/>
                <a:ea typeface="黑体" pitchFamily="2" charset="-122"/>
              </a:rPr>
              <a:t>字符型数据</a:t>
            </a:r>
          </a:p>
        </p:txBody>
      </p:sp>
      <p:sp>
        <p:nvSpPr>
          <p:cNvPr id="473090" name="Rectangle 2"/>
          <p:cNvSpPr>
            <a:spLocks noGrp="1" noChangeArrowheads="1"/>
          </p:cNvSpPr>
          <p:nvPr>
            <p:ph idx="1"/>
          </p:nvPr>
        </p:nvSpPr>
        <p:spPr>
          <a:xfrm>
            <a:off x="504031" y="1714499"/>
            <a:ext cx="8135938" cy="4824413"/>
          </a:xfrm>
        </p:spPr>
        <p:txBody>
          <a:bodyPr/>
          <a:lstStyle/>
          <a:p>
            <a:pPr algn="just">
              <a:lnSpc>
                <a:spcPct val="115000"/>
              </a:lnSpc>
              <a:buSzPct val="90000"/>
            </a:pPr>
            <a:r>
              <a:rPr lang="zh-CN" altLang="en-US" sz="3200" b="1" dirty="0">
                <a:latin typeface="宋体" pitchFamily="2" charset="-122"/>
              </a:rPr>
              <a:t>字符型数据用于表示一个字符值。</a:t>
            </a:r>
          </a:p>
          <a:p>
            <a:pPr algn="just">
              <a:lnSpc>
                <a:spcPct val="115000"/>
              </a:lnSpc>
              <a:buSzPct val="90000"/>
            </a:pPr>
            <a:r>
              <a:rPr lang="zh-CN" altLang="en-US" sz="3200" b="1" dirty="0">
                <a:latin typeface="宋体" pitchFamily="2" charset="-122"/>
              </a:rPr>
              <a:t>字符型数据的内部表示是字符的 </a:t>
            </a:r>
            <a:r>
              <a:rPr lang="en-US" altLang="zh-CN" sz="3200" b="1" dirty="0">
                <a:solidFill>
                  <a:srgbClr val="C00000"/>
                </a:solidFill>
                <a:latin typeface="宋体" pitchFamily="2" charset="-122"/>
              </a:rPr>
              <a:t>ASCII</a:t>
            </a:r>
            <a:r>
              <a:rPr lang="en-US" altLang="zh-CN" sz="3200" b="1" dirty="0">
                <a:latin typeface="宋体" pitchFamily="2" charset="-122"/>
              </a:rPr>
              <a:t> </a:t>
            </a:r>
            <a:r>
              <a:rPr lang="zh-CN" altLang="en-US" sz="3200" b="1" dirty="0">
                <a:latin typeface="宋体" pitchFamily="2" charset="-122"/>
              </a:rPr>
              <a:t>代码</a:t>
            </a:r>
            <a:r>
              <a:rPr lang="en-US" altLang="zh-CN" sz="3200" b="1" dirty="0">
                <a:latin typeface="宋体" pitchFamily="2" charset="-122"/>
              </a:rPr>
              <a:t>(</a:t>
            </a:r>
            <a:r>
              <a:rPr lang="zh-CN" altLang="en-US" sz="3200" b="1" dirty="0">
                <a:latin typeface="宋体" pitchFamily="2" charset="-122"/>
              </a:rPr>
              <a:t>二进制形式</a:t>
            </a:r>
            <a:r>
              <a:rPr lang="en-US" altLang="zh-CN" sz="3200" b="1" dirty="0">
                <a:latin typeface="宋体" pitchFamily="2" charset="-122"/>
              </a:rPr>
              <a:t>)</a:t>
            </a:r>
            <a:r>
              <a:rPr lang="zh-CN" altLang="en-US" sz="3200" b="1" dirty="0">
                <a:latin typeface="宋体" pitchFamily="2" charset="-122"/>
              </a:rPr>
              <a:t>。</a:t>
            </a:r>
          </a:p>
          <a:p>
            <a:pPr algn="just">
              <a:lnSpc>
                <a:spcPct val="115000"/>
              </a:lnSpc>
              <a:buSzPct val="90000"/>
            </a:pPr>
            <a:r>
              <a:rPr lang="zh-CN" altLang="en-US" sz="3200" b="1" dirty="0">
                <a:latin typeface="宋体" pitchFamily="2" charset="-122"/>
              </a:rPr>
              <a:t>字符型数据的类型符用 </a:t>
            </a:r>
            <a:r>
              <a:rPr lang="en-US" altLang="zh-CN" sz="3200" b="1" dirty="0">
                <a:latin typeface="宋体" pitchFamily="2" charset="-122"/>
              </a:rPr>
              <a:t>char </a:t>
            </a:r>
            <a:r>
              <a:rPr lang="zh-CN" altLang="en-US" sz="3200" b="1" dirty="0">
                <a:latin typeface="宋体" pitchFamily="2" charset="-122"/>
              </a:rPr>
              <a:t>来标记。</a:t>
            </a:r>
          </a:p>
          <a:p>
            <a:pPr algn="just">
              <a:lnSpc>
                <a:spcPct val="115000"/>
              </a:lnSpc>
              <a:buSzPct val="90000"/>
            </a:pPr>
            <a:r>
              <a:rPr lang="zh-CN" altLang="en-US" sz="3200" b="1" dirty="0">
                <a:latin typeface="宋体" pitchFamily="2" charset="-122"/>
              </a:rPr>
              <a:t>  如：</a:t>
            </a:r>
            <a:r>
              <a:rPr lang="en-US" altLang="zh-CN" sz="3200" b="1" dirty="0">
                <a:solidFill>
                  <a:srgbClr val="0000FF"/>
                </a:solidFill>
                <a:latin typeface="宋体" pitchFamily="2" charset="-122"/>
              </a:rPr>
              <a:t>char c1,c2;</a:t>
            </a:r>
            <a:r>
              <a:rPr lang="en-US" altLang="zh-CN" sz="3200" b="1" dirty="0">
                <a:latin typeface="宋体" pitchFamily="2" charset="-122"/>
              </a:rPr>
              <a:t> </a:t>
            </a:r>
          </a:p>
          <a:p>
            <a:pPr algn="just">
              <a:lnSpc>
                <a:spcPct val="115000"/>
              </a:lnSpc>
              <a:buSzPct val="90000"/>
            </a:pPr>
            <a:r>
              <a:rPr lang="zh-CN" altLang="en-US" sz="3200" b="1" dirty="0">
                <a:latin typeface="Times New Roman" pitchFamily="18" charset="0"/>
              </a:rPr>
              <a:t>字符型数据在内部用</a:t>
            </a:r>
            <a:r>
              <a:rPr lang="zh-CN" altLang="en-US" sz="3200" b="1" dirty="0">
                <a:highlight>
                  <a:srgbClr val="FFFF00"/>
                </a:highlight>
                <a:latin typeface="Times New Roman" pitchFamily="18" charset="0"/>
              </a:rPr>
              <a:t>一个字节</a:t>
            </a:r>
            <a:r>
              <a:rPr lang="zh-CN" altLang="en-US" sz="3200" b="1" dirty="0">
                <a:latin typeface="Times New Roman" pitchFamily="18" charset="0"/>
              </a:rPr>
              <a:t>（</a:t>
            </a:r>
            <a:r>
              <a:rPr lang="en-US" altLang="zh-CN" sz="3200" b="1" dirty="0">
                <a:latin typeface="Times New Roman" pitchFamily="18" charset="0"/>
              </a:rPr>
              <a:t>8</a:t>
            </a:r>
            <a:r>
              <a:rPr lang="zh-CN" altLang="en-US" sz="3200" b="1" dirty="0">
                <a:latin typeface="Times New Roman" pitchFamily="18" charset="0"/>
              </a:rPr>
              <a:t>位二进位）表示，</a:t>
            </a:r>
            <a:r>
              <a:rPr lang="zh-CN" altLang="en-US" sz="3200" b="1" dirty="0">
                <a:solidFill>
                  <a:srgbClr val="FF0000"/>
                </a:solidFill>
                <a:latin typeface="Times New Roman" pitchFamily="18" charset="0"/>
              </a:rPr>
              <a:t>也可当作一个</a:t>
            </a:r>
            <a:r>
              <a:rPr lang="en-US" altLang="zh-CN" sz="3200" b="1" dirty="0">
                <a:solidFill>
                  <a:srgbClr val="FF0000"/>
                </a:solidFill>
                <a:latin typeface="Times New Roman" pitchFamily="18" charset="0"/>
              </a:rPr>
              <a:t>8</a:t>
            </a:r>
            <a:r>
              <a:rPr lang="zh-CN" altLang="en-US" sz="3200" b="1" dirty="0">
                <a:solidFill>
                  <a:srgbClr val="FF0000"/>
                </a:solidFill>
                <a:latin typeface="Times New Roman" pitchFamily="18" charset="0"/>
              </a:rPr>
              <a:t>位的整型数据</a:t>
            </a:r>
            <a:r>
              <a:rPr lang="zh-CN" altLang="en-US" sz="3200" b="1" dirty="0">
                <a:latin typeface="Times New Roman" pitchFamily="18" charset="0"/>
              </a:rPr>
              <a:t>。</a:t>
            </a:r>
            <a:endParaRPr lang="zh-CN" altLang="en-US" sz="3200" dirty="0">
              <a:latin typeface="Times New Roman" pitchFamily="18" charset="0"/>
            </a:endParaRPr>
          </a:p>
        </p:txBody>
      </p:sp>
      <p:sp>
        <p:nvSpPr>
          <p:cNvPr id="6" name="灯片编号占位符 5"/>
          <p:cNvSpPr>
            <a:spLocks noGrp="1"/>
          </p:cNvSpPr>
          <p:nvPr>
            <p:ph type="sldNum" sz="quarter" idx="12"/>
          </p:nvPr>
        </p:nvSpPr>
        <p:spPr/>
        <p:txBody>
          <a:bodyPr/>
          <a:lstStyle/>
          <a:p>
            <a:fld id="{119F9C04-4236-439F-BB3E-C4BED24CEC04}" type="slidenum">
              <a:rPr lang="en-US" altLang="zh-CN"/>
              <a:pPr/>
              <a:t>19</a:t>
            </a:fld>
            <a:endParaRPr lang="en-US" altLang="zh-CN"/>
          </a:p>
        </p:txBody>
      </p:sp>
      <p:sp>
        <p:nvSpPr>
          <p:cNvPr id="5" name="TextBox 4"/>
          <p:cNvSpPr txBox="1"/>
          <p:nvPr/>
        </p:nvSpPr>
        <p:spPr>
          <a:xfrm>
            <a:off x="3786182" y="428604"/>
            <a:ext cx="5143536" cy="923330"/>
          </a:xfrm>
          <a:prstGeom prst="rect">
            <a:avLst/>
          </a:prstGeom>
        </p:spPr>
        <p:style>
          <a:lnRef idx="1">
            <a:schemeClr val="accent2"/>
          </a:lnRef>
          <a:fillRef idx="3">
            <a:schemeClr val="accent2"/>
          </a:fillRef>
          <a:effectRef idx="2">
            <a:schemeClr val="accent2"/>
          </a:effectRef>
          <a:fontRef idx="minor">
            <a:schemeClr val="lt1"/>
          </a:fontRef>
        </p:style>
        <p:txBody>
          <a:bodyPr wrap="square" rtlCol="0">
            <a:spAutoFit/>
          </a:bodyPr>
          <a:lstStyle/>
          <a:p>
            <a:r>
              <a:rPr lang="en-US" altLang="zh-CN" dirty="0">
                <a:solidFill>
                  <a:srgbClr val="FFFF00"/>
                </a:solidFill>
              </a:rPr>
              <a:t>ASCII</a:t>
            </a:r>
            <a:r>
              <a:rPr lang="zh-CN" altLang="en-US" dirty="0">
                <a:solidFill>
                  <a:srgbClr val="FFFF00"/>
                </a:solidFill>
              </a:rPr>
              <a:t>：</a:t>
            </a:r>
            <a:endParaRPr lang="en-US" altLang="zh-CN" dirty="0">
              <a:solidFill>
                <a:srgbClr val="FFFF00"/>
              </a:solidFill>
            </a:endParaRPr>
          </a:p>
          <a:p>
            <a:r>
              <a:rPr lang="zh-CN" altLang="en-US" dirty="0">
                <a:solidFill>
                  <a:srgbClr val="FFFF00"/>
                </a:solidFill>
              </a:rPr>
              <a:t>美国</a:t>
            </a:r>
            <a:r>
              <a:rPr lang="en-US" altLang="zh-CN" dirty="0">
                <a:solidFill>
                  <a:srgbClr val="FFFF00"/>
                </a:solidFill>
              </a:rPr>
              <a:t>(</a:t>
            </a:r>
            <a:r>
              <a:rPr lang="zh-CN" altLang="en-US" dirty="0">
                <a:solidFill>
                  <a:srgbClr val="FFFF00"/>
                </a:solidFill>
              </a:rPr>
              <a:t>国家</a:t>
            </a:r>
            <a:r>
              <a:rPr lang="en-US" altLang="zh-CN" dirty="0">
                <a:solidFill>
                  <a:srgbClr val="FFFF00"/>
                </a:solidFill>
              </a:rPr>
              <a:t>)</a:t>
            </a:r>
            <a:r>
              <a:rPr lang="zh-CN" altLang="en-US" dirty="0">
                <a:solidFill>
                  <a:srgbClr val="FFFF00"/>
                </a:solidFill>
              </a:rPr>
              <a:t>信息交换标准</a:t>
            </a:r>
            <a:r>
              <a:rPr lang="en-US" altLang="zh-CN" dirty="0">
                <a:solidFill>
                  <a:srgbClr val="FFFF00"/>
                </a:solidFill>
              </a:rPr>
              <a:t>(</a:t>
            </a:r>
            <a:r>
              <a:rPr lang="zh-CN" altLang="en-US" dirty="0">
                <a:solidFill>
                  <a:srgbClr val="FFFF00"/>
                </a:solidFill>
              </a:rPr>
              <a:t>代</a:t>
            </a:r>
            <a:r>
              <a:rPr lang="en-US" altLang="zh-CN" dirty="0">
                <a:solidFill>
                  <a:srgbClr val="FFFF00"/>
                </a:solidFill>
              </a:rPr>
              <a:t>)</a:t>
            </a:r>
            <a:r>
              <a:rPr lang="zh-CN" altLang="en-US" dirty="0">
                <a:solidFill>
                  <a:srgbClr val="FFFF00"/>
                </a:solidFill>
              </a:rPr>
              <a:t>码，</a:t>
            </a:r>
            <a:r>
              <a:rPr lang="en-US" altLang="zh-CN" dirty="0">
                <a:solidFill>
                  <a:srgbClr val="FFFF00"/>
                </a:solidFill>
              </a:rPr>
              <a:t>8</a:t>
            </a:r>
            <a:r>
              <a:rPr lang="zh-CN" altLang="en-US" dirty="0">
                <a:solidFill>
                  <a:srgbClr val="FFFF00"/>
                </a:solidFill>
              </a:rPr>
              <a:t>个二进制位进行编码。</a:t>
            </a:r>
          </a:p>
        </p:txBody>
      </p:sp>
    </p:spTree>
  </p:cSld>
  <p:clrMapOvr>
    <a:masterClrMapping/>
  </p:clrMapOvr>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1"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5"/>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4115" name="Rectangle 3"/>
          <p:cNvSpPr>
            <a:spLocks noGrp="1" noChangeArrowheads="1"/>
          </p:cNvSpPr>
          <p:nvPr>
            <p:ph type="title"/>
          </p:nvPr>
        </p:nvSpPr>
        <p:spPr>
          <a:xfrm>
            <a:off x="611188" y="333375"/>
            <a:ext cx="7656512" cy="865188"/>
          </a:xfrm>
        </p:spPr>
        <p:txBody>
          <a:bodyPr>
            <a:normAutofit/>
          </a:bodyPr>
          <a:lstStyle/>
          <a:p>
            <a:r>
              <a:rPr lang="zh-CN" altLang="en-US" sz="4400" b="1" dirty="0">
                <a:solidFill>
                  <a:schemeClr val="tx1"/>
                </a:solidFill>
                <a:latin typeface="黑体" pitchFamily="2" charset="-122"/>
                <a:ea typeface="黑体" pitchFamily="2" charset="-122"/>
              </a:rPr>
              <a:t>字符型常量书写方法</a:t>
            </a:r>
          </a:p>
        </p:txBody>
      </p:sp>
      <p:sp>
        <p:nvSpPr>
          <p:cNvPr id="474114" name="Rectangle 2"/>
          <p:cNvSpPr>
            <a:spLocks noGrp="1" noChangeArrowheads="1"/>
          </p:cNvSpPr>
          <p:nvPr>
            <p:ph idx="1"/>
          </p:nvPr>
        </p:nvSpPr>
        <p:spPr>
          <a:xfrm>
            <a:off x="107505" y="1268413"/>
            <a:ext cx="8712968" cy="5287962"/>
          </a:xfrm>
        </p:spPr>
        <p:txBody>
          <a:bodyPr>
            <a:normAutofit/>
          </a:bodyPr>
          <a:lstStyle/>
          <a:p>
            <a:pPr marL="2511425" indent="-2511425" algn="just">
              <a:buFont typeface="Monotype Sorts" pitchFamily="2" charset="2"/>
              <a:buNone/>
            </a:pPr>
            <a:r>
              <a:rPr lang="zh-CN" altLang="en-US" sz="3000" b="1" dirty="0">
                <a:solidFill>
                  <a:srgbClr val="FF0000"/>
                </a:solidFill>
                <a:effectLst>
                  <a:outerShdw blurRad="38100" dist="38100" dir="2700000" algn="tl">
                    <a:srgbClr val="000000"/>
                  </a:outerShdw>
                </a:effectLst>
                <a:latin typeface="宋体" pitchFamily="2" charset="-122"/>
              </a:rPr>
              <a:t>普通字符：	</a:t>
            </a:r>
            <a:r>
              <a:rPr lang="zh-CN" altLang="en-US" sz="3000" b="1" dirty="0">
                <a:effectLst>
                  <a:outerShdw blurRad="38100" dist="38100" dir="2700000" algn="tl">
                    <a:srgbClr val="000000"/>
                  </a:outerShdw>
                </a:effectLst>
                <a:latin typeface="宋体" pitchFamily="2" charset="-122"/>
              </a:rPr>
              <a:t>用单引号括起一个字符。</a:t>
            </a:r>
            <a:br>
              <a:rPr lang="zh-CN" altLang="en-US" sz="3000" b="1" dirty="0">
                <a:effectLst>
                  <a:outerShdw blurRad="38100" dist="38100" dir="2700000" algn="tl">
                    <a:srgbClr val="000000"/>
                  </a:outerShdw>
                </a:effectLst>
                <a:latin typeface="宋体" pitchFamily="2" charset="-122"/>
              </a:rPr>
            </a:br>
            <a:r>
              <a:rPr lang="zh-CN" altLang="en-US" sz="3000" b="1" dirty="0">
                <a:effectLst>
                  <a:outerShdw blurRad="38100" dist="38100" dir="2700000" algn="tl">
                    <a:srgbClr val="000000"/>
                  </a:outerShdw>
                </a:effectLst>
                <a:latin typeface="宋体" pitchFamily="2" charset="-122"/>
              </a:rPr>
              <a:t>如 </a:t>
            </a:r>
            <a:r>
              <a:rPr lang="en-US" altLang="zh-CN" sz="3000" b="1" dirty="0">
                <a:solidFill>
                  <a:srgbClr val="CC0000"/>
                </a:solidFill>
                <a:effectLst>
                  <a:outerShdw blurRad="38100" dist="38100" dir="2700000" algn="tl">
                    <a:srgbClr val="000000"/>
                  </a:outerShdw>
                </a:effectLst>
                <a:latin typeface="Courier New"/>
              </a:rPr>
              <a:t>’</a:t>
            </a:r>
            <a:r>
              <a:rPr lang="en-US" altLang="zh-CN" sz="3000" b="1" dirty="0">
                <a:solidFill>
                  <a:srgbClr val="CC0000"/>
                </a:solidFill>
                <a:effectLst>
                  <a:outerShdw blurRad="38100" dist="38100" dir="2700000" algn="tl">
                    <a:srgbClr val="000000"/>
                  </a:outerShdw>
                </a:effectLst>
                <a:latin typeface="宋体" pitchFamily="2" charset="-122"/>
              </a:rPr>
              <a:t>a</a:t>
            </a:r>
            <a:r>
              <a:rPr lang="en-US" altLang="zh-CN" sz="3000" b="1" dirty="0">
                <a:solidFill>
                  <a:srgbClr val="CC0000"/>
                </a:solidFill>
                <a:effectLst>
                  <a:outerShdw blurRad="38100" dist="38100" dir="2700000" algn="tl">
                    <a:srgbClr val="000000"/>
                  </a:outerShdw>
                </a:effectLst>
                <a:latin typeface="Courier New"/>
              </a:rPr>
              <a:t>’</a:t>
            </a:r>
            <a:r>
              <a:rPr lang="zh-CN" altLang="en-US" sz="3000" b="1" dirty="0">
                <a:effectLst>
                  <a:outerShdw blurRad="38100" dist="38100" dir="2700000" algn="tl">
                    <a:srgbClr val="000000"/>
                  </a:outerShdw>
                </a:effectLst>
                <a:latin typeface="宋体" pitchFamily="2" charset="-122"/>
              </a:rPr>
              <a:t>。</a:t>
            </a:r>
            <a:endParaRPr lang="en-US" altLang="zh-CN" sz="3000" b="1" dirty="0">
              <a:effectLst>
                <a:outerShdw blurRad="38100" dist="38100" dir="2700000" algn="tl">
                  <a:srgbClr val="000000"/>
                </a:outerShdw>
              </a:effectLst>
              <a:latin typeface="宋体" pitchFamily="2" charset="-122"/>
            </a:endParaRPr>
          </a:p>
          <a:p>
            <a:pPr marL="2511425" indent="-2511425" algn="just">
              <a:buFont typeface="Monotype Sorts" pitchFamily="2" charset="2"/>
              <a:buNone/>
            </a:pPr>
            <a:r>
              <a:rPr lang="zh-CN" altLang="en-US" sz="3000" b="1" dirty="0">
                <a:solidFill>
                  <a:srgbClr val="FF0000"/>
                </a:solidFill>
                <a:effectLst>
                  <a:outerShdw blurRad="38100" dist="38100" dir="2700000" algn="tl">
                    <a:srgbClr val="000000"/>
                  </a:outerShdw>
                </a:effectLst>
                <a:latin typeface="宋体" pitchFamily="2" charset="-122"/>
              </a:rPr>
              <a:t>特殊字符： 	</a:t>
            </a:r>
            <a:r>
              <a:rPr lang="zh-CN" altLang="en-US" sz="3000" b="1" dirty="0">
                <a:effectLst>
                  <a:outerShdw blurRad="38100" dist="38100" dir="2700000" algn="tl">
                    <a:srgbClr val="000000"/>
                  </a:outerShdw>
                </a:effectLst>
                <a:latin typeface="宋体" pitchFamily="2" charset="-122"/>
              </a:rPr>
              <a:t>用</a:t>
            </a:r>
            <a:r>
              <a:rPr lang="en-US" altLang="zh-CN" sz="3000" b="1" dirty="0">
                <a:solidFill>
                  <a:srgbClr val="CC0000"/>
                </a:solidFill>
                <a:effectLst>
                  <a:outerShdw blurRad="38100" dist="38100" dir="2700000" algn="tl">
                    <a:srgbClr val="000000"/>
                  </a:outerShdw>
                </a:effectLst>
                <a:latin typeface="Courier New"/>
              </a:rPr>
              <a:t>’</a:t>
            </a:r>
            <a:r>
              <a:rPr lang="en-US" altLang="zh-CN" sz="3000" b="1" dirty="0">
                <a:solidFill>
                  <a:srgbClr val="CC0000"/>
                </a:solidFill>
                <a:effectLst>
                  <a:outerShdw blurRad="38100" dist="38100" dir="2700000" algn="tl">
                    <a:srgbClr val="000000"/>
                  </a:outerShdw>
                </a:effectLst>
                <a:latin typeface="宋体" pitchFamily="2" charset="-122"/>
              </a:rPr>
              <a:t>\</a:t>
            </a:r>
            <a:r>
              <a:rPr lang="zh-CN" altLang="en-US" sz="3000" b="1" dirty="0">
                <a:solidFill>
                  <a:srgbClr val="CC0000"/>
                </a:solidFill>
                <a:effectLst>
                  <a:outerShdw blurRad="38100" dist="38100" dir="2700000" algn="tl">
                    <a:srgbClr val="000000"/>
                  </a:outerShdw>
                </a:effectLst>
                <a:latin typeface="宋体" pitchFamily="2" charset="-122"/>
              </a:rPr>
              <a:t>字符或字符列</a:t>
            </a:r>
            <a:r>
              <a:rPr lang="en-US" altLang="zh-CN" sz="3000" b="1" dirty="0">
                <a:solidFill>
                  <a:srgbClr val="CC0000"/>
                </a:solidFill>
                <a:effectLst>
                  <a:outerShdw blurRad="38100" dist="38100" dir="2700000" algn="tl">
                    <a:srgbClr val="000000"/>
                  </a:outerShdw>
                </a:effectLst>
                <a:latin typeface="Courier New"/>
              </a:rPr>
              <a:t>’</a:t>
            </a:r>
            <a:r>
              <a:rPr lang="zh-CN" altLang="en-US" sz="3000" b="1" dirty="0">
                <a:effectLst>
                  <a:outerShdw blurRad="38100" dist="38100" dir="2700000" algn="tl">
                    <a:srgbClr val="000000"/>
                  </a:outerShdw>
                </a:effectLst>
                <a:latin typeface="宋体" pitchFamily="2" charset="-122"/>
              </a:rPr>
              <a:t>来标记。 如：</a:t>
            </a:r>
            <a:r>
              <a:rPr lang="en-US" altLang="zh-CN" sz="3000" b="1" dirty="0">
                <a:solidFill>
                  <a:srgbClr val="CC0000"/>
                </a:solidFill>
                <a:effectLst>
                  <a:outerShdw blurRad="38100" dist="38100" dir="2700000" algn="tl">
                    <a:srgbClr val="000000"/>
                  </a:outerShdw>
                </a:effectLst>
                <a:latin typeface="Courier New"/>
              </a:rPr>
              <a:t>’</a:t>
            </a:r>
            <a:r>
              <a:rPr lang="en-US" altLang="zh-CN" sz="3000" b="1" dirty="0">
                <a:solidFill>
                  <a:srgbClr val="CC0000"/>
                </a:solidFill>
                <a:effectLst>
                  <a:outerShdw blurRad="38100" dist="38100" dir="2700000" algn="tl">
                    <a:srgbClr val="000000"/>
                  </a:outerShdw>
                </a:effectLst>
                <a:latin typeface="宋体" pitchFamily="2" charset="-122"/>
              </a:rPr>
              <a:t>\r</a:t>
            </a:r>
            <a:r>
              <a:rPr lang="en-US" altLang="zh-CN" sz="3000" b="1" dirty="0">
                <a:solidFill>
                  <a:srgbClr val="CC0000"/>
                </a:solidFill>
                <a:effectLst>
                  <a:outerShdw blurRad="38100" dist="38100" dir="2700000" algn="tl">
                    <a:srgbClr val="000000"/>
                  </a:outerShdw>
                </a:effectLst>
                <a:latin typeface="Courier New"/>
              </a:rPr>
              <a:t>’</a:t>
            </a:r>
            <a:r>
              <a:rPr lang="zh-CN" altLang="en-US" sz="3000" b="1" dirty="0">
                <a:effectLst>
                  <a:outerShdw blurRad="38100" dist="38100" dir="2700000" algn="tl">
                    <a:srgbClr val="000000"/>
                  </a:outerShdw>
                </a:effectLst>
                <a:latin typeface="宋体" pitchFamily="2" charset="-122"/>
              </a:rPr>
              <a:t>、</a:t>
            </a:r>
            <a:r>
              <a:rPr lang="en-US" altLang="zh-CN" sz="3000" b="1" dirty="0">
                <a:solidFill>
                  <a:srgbClr val="CC0000"/>
                </a:solidFill>
                <a:effectLst>
                  <a:outerShdw blurRad="38100" dist="38100" dir="2700000" algn="tl">
                    <a:srgbClr val="000000"/>
                  </a:outerShdw>
                </a:effectLst>
                <a:latin typeface="Courier New"/>
              </a:rPr>
              <a:t>’</a:t>
            </a:r>
            <a:r>
              <a:rPr lang="en-US" altLang="zh-CN" sz="3000" b="1" dirty="0">
                <a:solidFill>
                  <a:srgbClr val="CC0000"/>
                </a:solidFill>
                <a:effectLst>
                  <a:outerShdw blurRad="38100" dist="38100" dir="2700000" algn="tl">
                    <a:srgbClr val="000000"/>
                  </a:outerShdw>
                </a:effectLst>
                <a:latin typeface="宋体" pitchFamily="2" charset="-122"/>
              </a:rPr>
              <a:t>\n</a:t>
            </a:r>
            <a:r>
              <a:rPr lang="en-US" altLang="zh-CN" sz="3000" b="1" dirty="0">
                <a:solidFill>
                  <a:srgbClr val="CC0000"/>
                </a:solidFill>
                <a:effectLst>
                  <a:outerShdw blurRad="38100" dist="38100" dir="2700000" algn="tl">
                    <a:srgbClr val="000000"/>
                  </a:outerShdw>
                </a:effectLst>
                <a:latin typeface="Courier New"/>
              </a:rPr>
              <a:t>’</a:t>
            </a:r>
            <a:r>
              <a:rPr lang="zh-CN" altLang="en-US" sz="3000" b="1" dirty="0">
                <a:effectLst>
                  <a:outerShdw blurRad="38100" dist="38100" dir="2700000" algn="tl">
                    <a:srgbClr val="000000"/>
                  </a:outerShdw>
                </a:effectLst>
                <a:latin typeface="宋体" pitchFamily="2" charset="-122"/>
              </a:rPr>
              <a:t>、</a:t>
            </a:r>
            <a:r>
              <a:rPr lang="en-US" altLang="zh-CN" sz="3000" b="1" dirty="0">
                <a:solidFill>
                  <a:srgbClr val="CC0000"/>
                </a:solidFill>
                <a:effectLst>
                  <a:outerShdw blurRad="38100" dist="38100" dir="2700000" algn="tl">
                    <a:srgbClr val="000000"/>
                  </a:outerShdw>
                </a:effectLst>
                <a:latin typeface="Courier New"/>
              </a:rPr>
              <a:t>’</a:t>
            </a:r>
            <a:r>
              <a:rPr lang="en-US" altLang="zh-CN" sz="3000" b="1" dirty="0">
                <a:solidFill>
                  <a:srgbClr val="CC0000"/>
                </a:solidFill>
                <a:effectLst>
                  <a:outerShdw blurRad="38100" dist="38100" dir="2700000" algn="tl">
                    <a:srgbClr val="000000"/>
                  </a:outerShdw>
                </a:effectLst>
                <a:latin typeface="宋体" pitchFamily="2" charset="-122"/>
              </a:rPr>
              <a:t>\t</a:t>
            </a:r>
            <a:r>
              <a:rPr lang="en-US" altLang="zh-CN" sz="3000" b="1" dirty="0">
                <a:solidFill>
                  <a:srgbClr val="CC0000"/>
                </a:solidFill>
                <a:effectLst>
                  <a:outerShdw blurRad="38100" dist="38100" dir="2700000" algn="tl">
                    <a:srgbClr val="000000"/>
                  </a:outerShdw>
                </a:effectLst>
                <a:latin typeface="Courier New"/>
              </a:rPr>
              <a:t>’</a:t>
            </a:r>
            <a:r>
              <a:rPr lang="zh-CN" altLang="en-US" sz="3000" b="1" dirty="0">
                <a:effectLst>
                  <a:outerShdw blurRad="38100" dist="38100" dir="2700000" algn="tl">
                    <a:srgbClr val="000000"/>
                  </a:outerShdw>
                </a:effectLst>
                <a:latin typeface="宋体" pitchFamily="2" charset="-122"/>
              </a:rPr>
              <a:t>。</a:t>
            </a:r>
            <a:br>
              <a:rPr lang="zh-CN" altLang="en-US" sz="3000" b="1" dirty="0">
                <a:effectLst>
                  <a:outerShdw blurRad="38100" dist="38100" dir="2700000" algn="tl">
                    <a:srgbClr val="000000"/>
                  </a:outerShdw>
                </a:effectLst>
                <a:latin typeface="宋体" pitchFamily="2" charset="-122"/>
              </a:rPr>
            </a:br>
            <a:r>
              <a:rPr lang="zh-CN" altLang="en-US" sz="3000" b="1" dirty="0">
                <a:effectLst>
                  <a:outerShdw blurRad="38100" dist="38100" dir="2700000" algn="tl">
                    <a:srgbClr val="000000"/>
                  </a:outerShdw>
                </a:effectLst>
                <a:latin typeface="宋体" pitchFamily="2" charset="-122"/>
              </a:rPr>
              <a:t>见</a:t>
            </a:r>
            <a:r>
              <a:rPr lang="en-US" altLang="zh-CN" sz="3000" b="1" dirty="0">
                <a:effectLst>
                  <a:outerShdw blurRad="38100" dist="38100" dir="2700000" algn="tl">
                    <a:srgbClr val="000000"/>
                  </a:outerShdw>
                </a:effectLst>
                <a:latin typeface="宋体" pitchFamily="2" charset="-122"/>
              </a:rPr>
              <a:t>P.20 </a:t>
            </a:r>
            <a:r>
              <a:rPr lang="zh-CN" altLang="en-US" sz="3000" b="1" dirty="0">
                <a:effectLst>
                  <a:outerShdw blurRad="38100" dist="38100" dir="2700000" algn="tl">
                    <a:srgbClr val="000000"/>
                  </a:outerShdw>
                </a:effectLst>
                <a:latin typeface="宋体" pitchFamily="2" charset="-122"/>
              </a:rPr>
              <a:t>表</a:t>
            </a:r>
            <a:r>
              <a:rPr lang="en-US" altLang="zh-CN" sz="3000" b="1" dirty="0">
                <a:effectLst>
                  <a:outerShdw blurRad="38100" dist="38100" dir="2700000" algn="tl">
                    <a:srgbClr val="000000"/>
                  </a:outerShdw>
                </a:effectLst>
                <a:latin typeface="宋体" pitchFamily="2" charset="-122"/>
              </a:rPr>
              <a:t>2</a:t>
            </a:r>
            <a:r>
              <a:rPr lang="zh-CN" altLang="en-US" sz="3000" b="1" dirty="0">
                <a:effectLst>
                  <a:outerShdw blurRad="38100" dist="38100" dir="2700000" algn="tl">
                    <a:srgbClr val="000000"/>
                  </a:outerShdw>
                </a:effectLst>
                <a:latin typeface="宋体" pitchFamily="2" charset="-122"/>
              </a:rPr>
              <a:t>－</a:t>
            </a:r>
            <a:r>
              <a:rPr lang="en-US" altLang="zh-CN" sz="3000" b="1" dirty="0">
                <a:effectLst>
                  <a:outerShdw blurRad="38100" dist="38100" dir="2700000" algn="tl">
                    <a:srgbClr val="000000"/>
                  </a:outerShdw>
                </a:effectLst>
                <a:latin typeface="宋体" pitchFamily="2" charset="-122"/>
              </a:rPr>
              <a:t>1</a:t>
            </a:r>
            <a:r>
              <a:rPr lang="zh-CN" altLang="en-US" sz="3000" b="1" dirty="0">
                <a:effectLst>
                  <a:outerShdw blurRad="38100" dist="38100" dir="2700000" algn="tl">
                    <a:srgbClr val="000000"/>
                  </a:outerShdw>
                </a:effectLst>
                <a:latin typeface="宋体" pitchFamily="2" charset="-122"/>
              </a:rPr>
              <a:t>：回车，换行，制表符</a:t>
            </a:r>
          </a:p>
          <a:p>
            <a:pPr marL="2511425" indent="-2511425" algn="just">
              <a:buFont typeface="Monotype Sorts" pitchFamily="2" charset="2"/>
              <a:buNone/>
            </a:pPr>
            <a:r>
              <a:rPr lang="en-US" altLang="zh-CN" sz="3000" b="1" dirty="0">
                <a:solidFill>
                  <a:srgbClr val="660033"/>
                </a:solidFill>
                <a:effectLst>
                  <a:outerShdw blurRad="38100" dist="38100" dir="2700000" algn="tl">
                    <a:srgbClr val="000000"/>
                  </a:outerShdw>
                </a:effectLst>
                <a:latin typeface="宋体" pitchFamily="2" charset="-122"/>
              </a:rPr>
              <a:t>Return</a:t>
            </a:r>
            <a:r>
              <a:rPr lang="en-US" altLang="zh-CN" sz="3000" b="1" dirty="0">
                <a:solidFill>
                  <a:srgbClr val="000000"/>
                </a:solidFill>
                <a:effectLst>
                  <a:outerShdw blurRad="38100" dist="38100" dir="2700000" algn="tl">
                    <a:srgbClr val="FFFFFF"/>
                  </a:outerShdw>
                </a:effectLst>
                <a:latin typeface="Courier New"/>
              </a:rPr>
              <a:t> ’</a:t>
            </a:r>
            <a:r>
              <a:rPr lang="en-US" altLang="zh-CN" sz="3000" b="1" dirty="0">
                <a:solidFill>
                  <a:srgbClr val="000000"/>
                </a:solidFill>
                <a:effectLst>
                  <a:outerShdw blurRad="38100" dist="38100" dir="2700000" algn="tl">
                    <a:srgbClr val="FFFFFF"/>
                  </a:outerShdw>
                </a:effectLst>
                <a:latin typeface="宋体" pitchFamily="2" charset="-122"/>
              </a:rPr>
              <a:t>\r</a:t>
            </a:r>
            <a:r>
              <a:rPr lang="en-US" altLang="zh-CN" sz="3000" b="1" dirty="0">
                <a:solidFill>
                  <a:srgbClr val="000000"/>
                </a:solidFill>
                <a:effectLst>
                  <a:outerShdw blurRad="38100" dist="38100" dir="2700000" algn="tl">
                    <a:srgbClr val="FFFFFF"/>
                  </a:outerShdw>
                </a:effectLst>
                <a:latin typeface="Courier New"/>
              </a:rPr>
              <a:t>’</a:t>
            </a:r>
            <a:r>
              <a:rPr lang="en-US" altLang="zh-CN" sz="3000" b="1" dirty="0">
                <a:solidFill>
                  <a:srgbClr val="000000"/>
                </a:solidFill>
                <a:effectLst>
                  <a:outerShdw blurRad="38100" dist="38100" dir="2700000" algn="tl">
                    <a:srgbClr val="FFFFFF"/>
                  </a:outerShdw>
                </a:effectLst>
                <a:latin typeface="宋体" pitchFamily="2" charset="-122"/>
              </a:rPr>
              <a:t>:</a:t>
            </a:r>
            <a:r>
              <a:rPr lang="zh-CN" altLang="en-US" sz="3000" b="1" dirty="0">
                <a:effectLst>
                  <a:outerShdw blurRad="38100" dist="38100" dir="2700000" algn="tl">
                    <a:srgbClr val="000000"/>
                  </a:outerShdw>
                </a:effectLst>
                <a:latin typeface="宋体" pitchFamily="2" charset="-122"/>
              </a:rPr>
              <a:t>表示对当前行作重叠输出 </a:t>
            </a:r>
          </a:p>
          <a:p>
            <a:pPr marL="2511425" indent="-2511425" algn="just">
              <a:buFont typeface="Monotype Sorts" pitchFamily="2" charset="2"/>
              <a:buNone/>
            </a:pPr>
            <a:r>
              <a:rPr lang="en-US" altLang="zh-CN" sz="3000" b="1" dirty="0">
                <a:solidFill>
                  <a:srgbClr val="660033"/>
                </a:solidFill>
                <a:effectLst>
                  <a:outerShdw blurRad="38100" dist="38100" dir="2700000" algn="tl">
                    <a:srgbClr val="000000"/>
                  </a:outerShdw>
                </a:effectLst>
                <a:latin typeface="宋体" pitchFamily="2" charset="-122"/>
              </a:rPr>
              <a:t>Newline </a:t>
            </a:r>
            <a:r>
              <a:rPr lang="en-US" altLang="zh-CN" sz="3000" b="1" dirty="0">
                <a:solidFill>
                  <a:srgbClr val="000000"/>
                </a:solidFill>
                <a:effectLst>
                  <a:outerShdw blurRad="38100" dist="38100" dir="2700000" algn="tl">
                    <a:srgbClr val="FFFFFF"/>
                  </a:outerShdw>
                </a:effectLst>
                <a:latin typeface="Courier New"/>
              </a:rPr>
              <a:t>’</a:t>
            </a:r>
            <a:r>
              <a:rPr lang="en-US" altLang="zh-CN" sz="3000" b="1" dirty="0">
                <a:solidFill>
                  <a:srgbClr val="000000"/>
                </a:solidFill>
                <a:effectLst>
                  <a:outerShdw blurRad="38100" dist="38100" dir="2700000" algn="tl">
                    <a:srgbClr val="FFFFFF"/>
                  </a:outerShdw>
                </a:effectLst>
                <a:latin typeface="宋体" pitchFamily="2" charset="-122"/>
              </a:rPr>
              <a:t>\n</a:t>
            </a:r>
            <a:r>
              <a:rPr lang="en-US" altLang="zh-CN" sz="3000" b="1" dirty="0">
                <a:solidFill>
                  <a:srgbClr val="000000"/>
                </a:solidFill>
                <a:effectLst>
                  <a:outerShdw blurRad="38100" dist="38100" dir="2700000" algn="tl">
                    <a:srgbClr val="FFFFFF"/>
                  </a:outerShdw>
                </a:effectLst>
                <a:latin typeface="Courier New"/>
              </a:rPr>
              <a:t>’</a:t>
            </a:r>
            <a:r>
              <a:rPr lang="en-US" altLang="zh-CN" sz="3000" b="1" dirty="0">
                <a:solidFill>
                  <a:srgbClr val="000000"/>
                </a:solidFill>
                <a:effectLst>
                  <a:outerShdw blurRad="38100" dist="38100" dir="2700000" algn="tl">
                    <a:srgbClr val="FFFFFF"/>
                  </a:outerShdw>
                </a:effectLst>
                <a:latin typeface="宋体" pitchFamily="2" charset="-122"/>
              </a:rPr>
              <a:t>:</a:t>
            </a:r>
            <a:r>
              <a:rPr lang="zh-CN" altLang="en-US" sz="3000" b="1" dirty="0">
                <a:effectLst>
                  <a:outerShdw blurRad="38100" dist="38100" dir="2700000" algn="tl">
                    <a:srgbClr val="000000"/>
                  </a:outerShdw>
                </a:effectLst>
                <a:latin typeface="宋体" pitchFamily="2" charset="-122"/>
              </a:rPr>
              <a:t>使以后的输出从下一行首开始 </a:t>
            </a:r>
          </a:p>
          <a:p>
            <a:pPr marL="2511425" indent="-2511425" algn="just">
              <a:buFont typeface="Monotype Sorts" pitchFamily="2" charset="2"/>
              <a:buNone/>
            </a:pPr>
            <a:r>
              <a:rPr lang="zh-CN" altLang="en-US" sz="3000" b="1" dirty="0">
                <a:solidFill>
                  <a:srgbClr val="660033"/>
                </a:solidFill>
                <a:effectLst>
                  <a:outerShdw blurRad="38100" dist="38100" dir="2700000" algn="tl">
                    <a:srgbClr val="000000"/>
                  </a:outerShdw>
                </a:effectLst>
                <a:latin typeface="宋体" pitchFamily="2" charset="-122"/>
              </a:rPr>
              <a:t>制表符 </a:t>
            </a:r>
            <a:r>
              <a:rPr lang="en-US" altLang="zh-CN" sz="3000" b="1" dirty="0">
                <a:solidFill>
                  <a:srgbClr val="000000"/>
                </a:solidFill>
                <a:effectLst>
                  <a:outerShdw blurRad="38100" dist="38100" dir="2700000" algn="tl">
                    <a:srgbClr val="FFFFFF"/>
                  </a:outerShdw>
                </a:effectLst>
                <a:latin typeface="Courier New"/>
              </a:rPr>
              <a:t>’</a:t>
            </a:r>
            <a:r>
              <a:rPr lang="en-US" altLang="zh-CN" sz="3000" b="1" dirty="0">
                <a:solidFill>
                  <a:srgbClr val="000000"/>
                </a:solidFill>
                <a:effectLst>
                  <a:outerShdw blurRad="38100" dist="38100" dir="2700000" algn="tl">
                    <a:srgbClr val="FFFFFF"/>
                  </a:outerShdw>
                </a:effectLst>
                <a:latin typeface="宋体" pitchFamily="2" charset="-122"/>
              </a:rPr>
              <a:t>\t</a:t>
            </a:r>
            <a:r>
              <a:rPr lang="en-US" altLang="zh-CN" sz="3000" b="1" dirty="0">
                <a:solidFill>
                  <a:srgbClr val="000000"/>
                </a:solidFill>
                <a:effectLst>
                  <a:outerShdw blurRad="38100" dist="38100" dir="2700000" algn="tl">
                    <a:srgbClr val="FFFFFF"/>
                  </a:outerShdw>
                </a:effectLst>
                <a:latin typeface="Courier New"/>
              </a:rPr>
              <a:t>’</a:t>
            </a:r>
            <a:r>
              <a:rPr lang="en-US" altLang="zh-CN" sz="3000" b="1" dirty="0">
                <a:solidFill>
                  <a:srgbClr val="000000"/>
                </a:solidFill>
                <a:effectLst>
                  <a:outerShdw blurRad="38100" dist="38100" dir="2700000" algn="tl">
                    <a:srgbClr val="FFFFFF"/>
                  </a:outerShdw>
                </a:effectLst>
                <a:latin typeface="宋体" pitchFamily="2" charset="-122"/>
              </a:rPr>
              <a:t>:</a:t>
            </a:r>
            <a:r>
              <a:rPr lang="zh-CN" altLang="en-US" sz="3000" b="1" dirty="0">
                <a:effectLst>
                  <a:outerShdw blurRad="38100" dist="38100" dir="2700000" algn="tl">
                    <a:srgbClr val="000000"/>
                  </a:outerShdw>
                </a:effectLst>
                <a:latin typeface="宋体" pitchFamily="2" charset="-122"/>
              </a:rPr>
              <a:t>使输出位置横向跳至下一个输出区开始列。</a:t>
            </a:r>
          </a:p>
        </p:txBody>
      </p:sp>
      <p:sp>
        <p:nvSpPr>
          <p:cNvPr id="6" name="灯片编号占位符 5"/>
          <p:cNvSpPr>
            <a:spLocks noGrp="1"/>
          </p:cNvSpPr>
          <p:nvPr>
            <p:ph type="sldNum" sz="quarter" idx="12"/>
          </p:nvPr>
        </p:nvSpPr>
        <p:spPr/>
        <p:txBody>
          <a:bodyPr/>
          <a:lstStyle/>
          <a:p>
            <a:fld id="{F384D9F5-551D-4919-9FA6-753665FC88D3}" type="slidenum">
              <a:rPr lang="en-US" altLang="zh-CN"/>
              <a:pPr/>
              <a:t>20</a:t>
            </a:fld>
            <a:endParaRPr lang="en-US" altLang="zh-CN"/>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49154" name="Rectangle 2">
            <a:extLst>
              <a:ext uri="{FF2B5EF4-FFF2-40B4-BE49-F238E27FC236}">
                <a16:creationId xmlns:a16="http://schemas.microsoft.com/office/drawing/2014/main" id="{9B6C882B-3E88-45DF-8F22-4B2A9BC324F1}"/>
              </a:ext>
            </a:extLst>
          </p:cNvPr>
          <p:cNvSpPr>
            <a:spLocks noGrp="1" noChangeArrowheads="1"/>
          </p:cNvSpPr>
          <p:nvPr>
            <p:ph type="title"/>
          </p:nvPr>
        </p:nvSpPr>
        <p:spPr>
          <a:xfrm>
            <a:off x="1150938" y="555625"/>
            <a:ext cx="7793037" cy="779463"/>
          </a:xfrm>
        </p:spPr>
        <p:txBody>
          <a:bodyPr/>
          <a:lstStyle/>
          <a:p>
            <a:pPr eaLnBrk="1" hangingPunct="1"/>
            <a:r>
              <a:rPr lang="en-US" altLang="zh-CN" dirty="0"/>
              <a:t>ASCII</a:t>
            </a:r>
            <a:r>
              <a:rPr lang="zh-CN" altLang="en-US" dirty="0"/>
              <a:t>表</a:t>
            </a:r>
          </a:p>
        </p:txBody>
      </p:sp>
      <p:pic>
        <p:nvPicPr>
          <p:cNvPr id="102403" name="Picture 3">
            <a:extLst>
              <a:ext uri="{FF2B5EF4-FFF2-40B4-BE49-F238E27FC236}">
                <a16:creationId xmlns:a16="http://schemas.microsoft.com/office/drawing/2014/main" id="{31C80129-5D80-4099-B4DC-A3DDE6FA2D1C}"/>
              </a:ext>
            </a:extLst>
          </p:cNvPr>
          <p:cNvPicPr>
            <a:picLocks noGrp="1" noChangeAspect="1" noChangeArrowheads="1"/>
          </p:cNvPicPr>
          <p:nvPr>
            <p:ph type="body" idx="1"/>
          </p:nvPr>
        </p:nvPicPr>
        <p:blipFill>
          <a:blip r:embed="rId2">
            <a:extLst>
              <a:ext uri="{28A0092B-C50C-407E-A947-70E740481C1C}">
                <a14:useLocalDpi xmlns:a14="http://schemas.microsoft.com/office/drawing/2010/main" val="0"/>
              </a:ext>
            </a:extLst>
          </a:blip>
          <a:srcRect l="21875" t="27083" r="21875" b="28125"/>
          <a:stretch>
            <a:fillRect/>
          </a:stretch>
        </p:blipFill>
        <p:spPr>
          <a:xfrm>
            <a:off x="838200" y="2017713"/>
            <a:ext cx="7675563" cy="4584700"/>
          </a:xfrm>
          <a:noFill/>
          <a:extLst>
            <a:ext uri="{91240B29-F687-4F45-9708-019B960494DF}">
              <a14:hiddenLine xmlns:a14="http://schemas.microsoft.com/office/drawing/2010/main" w="9525" cap="flat" cmpd="sng">
                <a:solidFill>
                  <a:schemeClr val="tx1"/>
                </a:solidFill>
                <a:prstDash val="solid"/>
                <a:miter lim="800000"/>
                <a:headEnd type="none" w="med" len="med"/>
                <a:tailEnd type="none" w="med" len="med"/>
              </a14:hiddenLine>
            </a:ext>
          </a:extLst>
        </p:spPr>
      </p:pic>
      <p:sp>
        <p:nvSpPr>
          <p:cNvPr id="2" name="矩形 1">
            <a:extLst>
              <a:ext uri="{FF2B5EF4-FFF2-40B4-BE49-F238E27FC236}">
                <a16:creationId xmlns:a16="http://schemas.microsoft.com/office/drawing/2014/main" id="{6DFCB121-C1B5-4026-A3E6-F7052D914F52}"/>
              </a:ext>
            </a:extLst>
          </p:cNvPr>
          <p:cNvSpPr/>
          <p:nvPr/>
        </p:nvSpPr>
        <p:spPr>
          <a:xfrm>
            <a:off x="838200" y="4077072"/>
            <a:ext cx="1069504" cy="1080120"/>
          </a:xfrm>
          <a:prstGeom prst="rect">
            <a:avLst/>
          </a:prstGeom>
          <a:noFill/>
          <a:ln w="444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5" name="矩形 4">
            <a:extLst>
              <a:ext uri="{FF2B5EF4-FFF2-40B4-BE49-F238E27FC236}">
                <a16:creationId xmlns:a16="http://schemas.microsoft.com/office/drawing/2014/main" id="{A0D232F0-4560-4468-890F-683460EA03D9}"/>
              </a:ext>
            </a:extLst>
          </p:cNvPr>
          <p:cNvSpPr/>
          <p:nvPr/>
        </p:nvSpPr>
        <p:spPr>
          <a:xfrm>
            <a:off x="838200" y="2132856"/>
            <a:ext cx="1069504" cy="216024"/>
          </a:xfrm>
          <a:prstGeom prst="rect">
            <a:avLst/>
          </a:prstGeom>
          <a:noFill/>
          <a:ln w="444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B51E5E60-28EB-48EE-80B6-6D66153F5285}"/>
              </a:ext>
            </a:extLst>
          </p:cNvPr>
          <p:cNvSpPr/>
          <p:nvPr/>
        </p:nvSpPr>
        <p:spPr>
          <a:xfrm>
            <a:off x="899592" y="5733256"/>
            <a:ext cx="1069504" cy="216024"/>
          </a:xfrm>
          <a:prstGeom prst="rect">
            <a:avLst/>
          </a:prstGeom>
          <a:noFill/>
          <a:ln w="444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17874A97-11EF-4DF4-935A-BCC1A96E8DBF}"/>
              </a:ext>
            </a:extLst>
          </p:cNvPr>
          <p:cNvSpPr/>
          <p:nvPr/>
        </p:nvSpPr>
        <p:spPr>
          <a:xfrm>
            <a:off x="7462936" y="6237312"/>
            <a:ext cx="1069504" cy="216024"/>
          </a:xfrm>
          <a:prstGeom prst="rect">
            <a:avLst/>
          </a:prstGeom>
          <a:noFill/>
          <a:ln w="444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 name="文本框 2">
            <a:extLst>
              <a:ext uri="{FF2B5EF4-FFF2-40B4-BE49-F238E27FC236}">
                <a16:creationId xmlns:a16="http://schemas.microsoft.com/office/drawing/2014/main" id="{7D0776F9-9DB1-4FBC-A40F-32E28C9DBEF3}"/>
              </a:ext>
            </a:extLst>
          </p:cNvPr>
          <p:cNvSpPr txBox="1"/>
          <p:nvPr/>
        </p:nvSpPr>
        <p:spPr>
          <a:xfrm>
            <a:off x="3995936" y="94109"/>
            <a:ext cx="5020047" cy="1923604"/>
          </a:xfrm>
          <a:prstGeom prst="rect">
            <a:avLst/>
          </a:prstGeom>
          <a:noFill/>
        </p:spPr>
        <p:txBody>
          <a:bodyPr wrap="square" rtlCol="0">
            <a:spAutoFit/>
          </a:bodyPr>
          <a:lstStyle/>
          <a:p>
            <a:r>
              <a:rPr lang="en-US" altLang="zh-CN" sz="1700" b="1" dirty="0"/>
              <a:t>NUL (0)</a:t>
            </a:r>
            <a:r>
              <a:rPr lang="zh-CN" altLang="en-US" sz="1700" dirty="0"/>
              <a:t>：空字符，</a:t>
            </a:r>
            <a:r>
              <a:rPr lang="en-US" altLang="zh-CN" sz="1700" dirty="0"/>
              <a:t>C</a:t>
            </a:r>
            <a:r>
              <a:rPr lang="zh-CN" altLang="en-US" sz="1700" dirty="0"/>
              <a:t>语言中表示字符串结束</a:t>
            </a:r>
            <a:r>
              <a:rPr lang="en-US" altLang="zh-CN" sz="1700" dirty="0"/>
              <a:t>\0</a:t>
            </a:r>
            <a:endParaRPr lang="en-US" altLang="zh-CN" sz="1700" b="1" dirty="0"/>
          </a:p>
          <a:p>
            <a:r>
              <a:rPr lang="en-US" altLang="zh-CN" sz="1700" b="1" dirty="0"/>
              <a:t>BEL (7)</a:t>
            </a:r>
            <a:r>
              <a:rPr lang="zh-CN" altLang="en-US" sz="1700" dirty="0"/>
              <a:t>：响铃，触发蜂鸣器提示。</a:t>
            </a:r>
          </a:p>
          <a:p>
            <a:r>
              <a:rPr lang="en-US" altLang="zh-CN" sz="1700" b="1" dirty="0"/>
              <a:t>BS (8)</a:t>
            </a:r>
            <a:r>
              <a:rPr lang="zh-CN" altLang="en-US" sz="1700" dirty="0"/>
              <a:t>：退格，光标左移并删除字符。</a:t>
            </a:r>
          </a:p>
          <a:p>
            <a:r>
              <a:rPr lang="en-US" altLang="zh-CN" sz="1700" b="1" dirty="0"/>
              <a:t>HT (9)</a:t>
            </a:r>
            <a:r>
              <a:rPr lang="zh-CN" altLang="en-US" sz="1700" dirty="0"/>
              <a:t>：水平制表符（</a:t>
            </a:r>
            <a:r>
              <a:rPr lang="en-US" altLang="zh-CN" sz="1700" dirty="0"/>
              <a:t>Tab</a:t>
            </a:r>
            <a:r>
              <a:rPr lang="zh-CN" altLang="en-US" sz="1700" dirty="0"/>
              <a:t>），常等于</a:t>
            </a:r>
            <a:r>
              <a:rPr lang="en-US" altLang="zh-CN" sz="1700" dirty="0"/>
              <a:t>4</a:t>
            </a:r>
            <a:r>
              <a:rPr lang="zh-CN" altLang="en-US" sz="1700" dirty="0"/>
              <a:t>或</a:t>
            </a:r>
            <a:r>
              <a:rPr lang="en-US" altLang="zh-CN" sz="1700" dirty="0"/>
              <a:t>8</a:t>
            </a:r>
            <a:r>
              <a:rPr lang="zh-CN" altLang="en-US" sz="1700" dirty="0"/>
              <a:t>个空格。</a:t>
            </a:r>
          </a:p>
          <a:p>
            <a:r>
              <a:rPr lang="en-US" altLang="zh-CN" sz="1700" b="1" dirty="0"/>
              <a:t>LF (10)</a:t>
            </a:r>
            <a:r>
              <a:rPr lang="zh-CN" altLang="en-US" sz="1700" dirty="0"/>
              <a:t>：换行（</a:t>
            </a:r>
            <a:r>
              <a:rPr lang="en-US" altLang="zh-CN" sz="1700" dirty="0"/>
              <a:t>Line Feed</a:t>
            </a:r>
            <a:r>
              <a:rPr lang="zh-CN" altLang="en-US" sz="1700" dirty="0"/>
              <a:t>），</a:t>
            </a:r>
            <a:r>
              <a:rPr lang="en-US" altLang="zh-CN" sz="1700" dirty="0"/>
              <a:t>Unix</a:t>
            </a:r>
            <a:r>
              <a:rPr lang="zh-CN" altLang="en-US" sz="1700" dirty="0"/>
              <a:t>系统中表示新行。</a:t>
            </a:r>
          </a:p>
          <a:p>
            <a:r>
              <a:rPr lang="en-US" altLang="zh-CN" sz="1700" b="1" dirty="0"/>
              <a:t>CR (13)</a:t>
            </a:r>
            <a:r>
              <a:rPr lang="zh-CN" altLang="en-US" sz="1700" dirty="0"/>
              <a:t>：回车（</a:t>
            </a:r>
            <a:r>
              <a:rPr lang="en-US" altLang="zh-CN" sz="1700" dirty="0"/>
              <a:t>Carriage Return</a:t>
            </a:r>
            <a:r>
              <a:rPr lang="zh-CN" altLang="en-US" sz="1700" dirty="0"/>
              <a:t>）</a:t>
            </a:r>
            <a:endParaRPr lang="en-US" altLang="zh-CN" sz="1700" dirty="0"/>
          </a:p>
          <a:p>
            <a:r>
              <a:rPr lang="en-US" altLang="zh-CN" sz="1700" b="1" dirty="0"/>
              <a:t>DEL (127)</a:t>
            </a:r>
            <a:r>
              <a:rPr lang="zh-CN" altLang="en-US" sz="1700" dirty="0"/>
              <a:t>：删除</a:t>
            </a:r>
          </a:p>
        </p:txBody>
      </p:sp>
      <p:sp>
        <p:nvSpPr>
          <p:cNvPr id="13" name="矩形 12">
            <a:extLst>
              <a:ext uri="{FF2B5EF4-FFF2-40B4-BE49-F238E27FC236}">
                <a16:creationId xmlns:a16="http://schemas.microsoft.com/office/drawing/2014/main" id="{022E3A08-383D-4E53-B662-4C11220182F1}"/>
              </a:ext>
            </a:extLst>
          </p:cNvPr>
          <p:cNvSpPr/>
          <p:nvPr/>
        </p:nvSpPr>
        <p:spPr>
          <a:xfrm>
            <a:off x="6526832" y="2420888"/>
            <a:ext cx="997496" cy="216024"/>
          </a:xfrm>
          <a:prstGeom prst="rect">
            <a:avLst/>
          </a:prstGeom>
          <a:noFill/>
          <a:ln w="444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矩形 13">
            <a:extLst>
              <a:ext uri="{FF2B5EF4-FFF2-40B4-BE49-F238E27FC236}">
                <a16:creationId xmlns:a16="http://schemas.microsoft.com/office/drawing/2014/main" id="{D93B8B42-5149-4648-B041-2FD2E97516E9}"/>
              </a:ext>
            </a:extLst>
          </p:cNvPr>
          <p:cNvSpPr/>
          <p:nvPr/>
        </p:nvSpPr>
        <p:spPr>
          <a:xfrm>
            <a:off x="4654624" y="2420888"/>
            <a:ext cx="997496" cy="216024"/>
          </a:xfrm>
          <a:prstGeom prst="rect">
            <a:avLst/>
          </a:prstGeom>
          <a:noFill/>
          <a:ln w="444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矩形 14">
            <a:extLst>
              <a:ext uri="{FF2B5EF4-FFF2-40B4-BE49-F238E27FC236}">
                <a16:creationId xmlns:a16="http://schemas.microsoft.com/office/drawing/2014/main" id="{4179A55F-CC28-4104-B569-820B827BDC6B}"/>
              </a:ext>
            </a:extLst>
          </p:cNvPr>
          <p:cNvSpPr/>
          <p:nvPr/>
        </p:nvSpPr>
        <p:spPr>
          <a:xfrm>
            <a:off x="3790528" y="2132856"/>
            <a:ext cx="997496" cy="216024"/>
          </a:xfrm>
          <a:prstGeom prst="rect">
            <a:avLst/>
          </a:prstGeom>
          <a:noFill/>
          <a:ln w="44450">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4275122595"/>
      </p:ext>
    </p:extLst>
  </p:cSld>
  <p:clrMapOvr>
    <a:masterClrMapping/>
  </p:clrMapOvr>
  <p:transition spd="med">
    <p:wipe dir="r"/>
    <p:sndAc>
      <p:endSnd/>
    </p:sndAc>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fade">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fade">
                                      <p:cBhvr>
                                        <p:cTn id="17" dur="500"/>
                                        <p:tgtEl>
                                          <p:spTgt spid="2"/>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fade">
                                      <p:cBhvr>
                                        <p:cTn id="22" dur="500"/>
                                        <p:tgtEl>
                                          <p:spTgt spid="8"/>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500"/>
                                        <p:tgtEl>
                                          <p:spTgt spid="9"/>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500"/>
                                        <p:tgtEl>
                                          <p:spTgt spid="13"/>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14"/>
                                        </p:tgtEl>
                                        <p:attrNameLst>
                                          <p:attrName>style.visibility</p:attrName>
                                        </p:attrNameLst>
                                      </p:cBhvr>
                                      <p:to>
                                        <p:strVal val="visible"/>
                                      </p:to>
                                    </p:set>
                                    <p:animEffect transition="in" filter="fade">
                                      <p:cBhvr>
                                        <p:cTn id="37" dur="500"/>
                                        <p:tgtEl>
                                          <p:spTgt spid="14"/>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fade">
                                      <p:cBhvr>
                                        <p:cTn id="42"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5" grpId="0" animBg="1"/>
      <p:bldP spid="8" grpId="0" animBg="1"/>
      <p:bldP spid="9" grpId="0" animBg="1"/>
      <p:bldP spid="3" grpId="0"/>
      <p:bldP spid="13" grpId="0" animBg="1"/>
      <p:bldP spid="14" grpId="0" animBg="1"/>
      <p:bldP spid="15"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6163" name="Rectangle 3"/>
          <p:cNvSpPr>
            <a:spLocks noGrp="1" noChangeArrowheads="1"/>
          </p:cNvSpPr>
          <p:nvPr>
            <p:ph type="title"/>
          </p:nvPr>
        </p:nvSpPr>
        <p:spPr>
          <a:xfrm>
            <a:off x="1042988" y="333375"/>
            <a:ext cx="7656512" cy="720725"/>
          </a:xfrm>
        </p:spPr>
        <p:txBody>
          <a:bodyPr/>
          <a:lstStyle/>
          <a:p>
            <a:pPr algn="ctr"/>
            <a:r>
              <a:rPr lang="zh-CN" altLang="en-US" sz="3200" b="1" dirty="0">
                <a:latin typeface="黑体" pitchFamily="2" charset="-122"/>
                <a:ea typeface="黑体" pitchFamily="2" charset="-122"/>
              </a:rPr>
              <a:t>表</a:t>
            </a:r>
            <a:r>
              <a:rPr lang="en-US" altLang="zh-CN" sz="3200" b="1" dirty="0">
                <a:latin typeface="黑体" pitchFamily="2" charset="-122"/>
                <a:ea typeface="黑体" pitchFamily="2" charset="-122"/>
              </a:rPr>
              <a:t>2-1 </a:t>
            </a:r>
            <a:r>
              <a:rPr lang="zh-CN" altLang="en-US" sz="3200" b="1" dirty="0">
                <a:latin typeface="黑体" pitchFamily="2" charset="-122"/>
                <a:ea typeface="黑体" pitchFamily="2" charset="-122"/>
              </a:rPr>
              <a:t>特殊字符表</a:t>
            </a:r>
          </a:p>
        </p:txBody>
      </p:sp>
      <p:sp>
        <p:nvSpPr>
          <p:cNvPr id="476162" name="Rectangle 2"/>
          <p:cNvSpPr>
            <a:spLocks noGrp="1" noChangeArrowheads="1"/>
          </p:cNvSpPr>
          <p:nvPr>
            <p:ph idx="1"/>
          </p:nvPr>
        </p:nvSpPr>
        <p:spPr>
          <a:xfrm>
            <a:off x="381000" y="1196975"/>
            <a:ext cx="8511480" cy="5432425"/>
          </a:xfrm>
        </p:spPr>
        <p:txBody>
          <a:bodyPr>
            <a:normAutofit/>
          </a:bodyPr>
          <a:lstStyle/>
          <a:p>
            <a:pPr>
              <a:lnSpc>
                <a:spcPct val="90000"/>
              </a:lnSpc>
              <a:buFont typeface="Monotype Sorts" pitchFamily="2" charset="2"/>
              <a:buNone/>
            </a:pPr>
            <a:r>
              <a:rPr lang="zh-CN" altLang="en-US" sz="2400" b="1" dirty="0">
                <a:solidFill>
                  <a:srgbClr val="0000FF"/>
                </a:solidFill>
                <a:effectLst>
                  <a:outerShdw blurRad="38100" dist="38100" dir="2700000" algn="tl">
                    <a:srgbClr val="000000"/>
                  </a:outerShdw>
                </a:effectLst>
                <a:latin typeface="宋体" pitchFamily="2" charset="-122"/>
              </a:rPr>
              <a:t>标记形式</a:t>
            </a:r>
            <a:r>
              <a:rPr lang="zh-CN" altLang="en-US" sz="2000" b="1" dirty="0">
                <a:solidFill>
                  <a:srgbClr val="0000FF"/>
                </a:solidFill>
                <a:effectLst>
                  <a:outerShdw blurRad="38100" dist="38100" dir="2700000" algn="tl">
                    <a:srgbClr val="000000"/>
                  </a:outerShdw>
                </a:effectLst>
                <a:latin typeface="宋体" pitchFamily="2" charset="-122"/>
              </a:rPr>
              <a:t>	            </a:t>
            </a:r>
            <a:r>
              <a:rPr lang="zh-CN" altLang="en-US" sz="2400" b="1" dirty="0">
                <a:solidFill>
                  <a:srgbClr val="0000FF"/>
                </a:solidFill>
                <a:effectLst>
                  <a:outerShdw blurRad="38100" dist="38100" dir="2700000" algn="tl">
                    <a:srgbClr val="000000"/>
                  </a:outerShdw>
                </a:effectLst>
                <a:latin typeface="宋体" pitchFamily="2" charset="-122"/>
              </a:rPr>
              <a:t>功        能</a:t>
            </a:r>
            <a:r>
              <a:rPr lang="zh-CN" altLang="en-US" sz="2000" b="1" dirty="0">
                <a:solidFill>
                  <a:srgbClr val="0000FF"/>
                </a:solidFill>
                <a:effectLst>
                  <a:outerShdw blurRad="38100" dist="38100" dir="2700000" algn="tl">
                    <a:srgbClr val="000000"/>
                  </a:outerShdw>
                </a:effectLst>
                <a:latin typeface="宋体" pitchFamily="2" charset="-122"/>
              </a:rPr>
              <a:t>	</a:t>
            </a:r>
            <a:endParaRPr lang="zh-CN" altLang="en-US" sz="2000" b="1" dirty="0">
              <a:solidFill>
                <a:srgbClr val="0000FF"/>
              </a:solidFill>
              <a:effectLst>
                <a:outerShdw blurRad="38100" dist="38100" dir="2700000" algn="tl">
                  <a:srgbClr val="000000"/>
                </a:outerShdw>
              </a:effectLst>
              <a:latin typeface="Times New Roman" pitchFamily="18" charset="0"/>
            </a:endParaRPr>
          </a:p>
          <a:p>
            <a:pPr>
              <a:lnSpc>
                <a:spcPct val="90000"/>
              </a:lnSpc>
              <a:buFont typeface="Monotype Sorts" pitchFamily="2" charset="2"/>
              <a:buNone/>
            </a:pPr>
            <a:r>
              <a:rPr lang="en-US" altLang="zh-CN" sz="2400" b="1" dirty="0">
                <a:solidFill>
                  <a:srgbClr val="000099"/>
                </a:solidFill>
                <a:highlight>
                  <a:srgbClr val="FFFF00"/>
                </a:highlight>
                <a:latin typeface="宋体" pitchFamily="2" charset="-122"/>
              </a:rPr>
              <a:t>\n     </a:t>
            </a:r>
            <a:r>
              <a:rPr lang="zh-CN" altLang="en-US" sz="2400" b="1" dirty="0">
                <a:solidFill>
                  <a:srgbClr val="000099"/>
                </a:solidFill>
                <a:highlight>
                  <a:srgbClr val="FFFF00"/>
                </a:highlight>
                <a:latin typeface="宋体" pitchFamily="2" charset="-122"/>
              </a:rPr>
              <a:t>换行符</a:t>
            </a:r>
            <a:r>
              <a:rPr lang="en-US" altLang="zh-CN" sz="2400" b="1" dirty="0">
                <a:solidFill>
                  <a:srgbClr val="000099"/>
                </a:solidFill>
                <a:latin typeface="宋体" pitchFamily="2" charset="-122"/>
              </a:rPr>
              <a:t>(</a:t>
            </a:r>
            <a:r>
              <a:rPr lang="zh-CN" altLang="en-US" sz="2400" b="1" dirty="0">
                <a:solidFill>
                  <a:srgbClr val="000099"/>
                </a:solidFill>
                <a:latin typeface="宋体" pitchFamily="2" charset="-122"/>
              </a:rPr>
              <a:t>打印位置移到下一行首</a:t>
            </a:r>
            <a:r>
              <a:rPr lang="en-US" altLang="zh-CN" sz="2400" b="1" dirty="0">
                <a:solidFill>
                  <a:srgbClr val="000099"/>
                </a:solidFill>
                <a:latin typeface="宋体" pitchFamily="2" charset="-122"/>
              </a:rPr>
              <a:t>)	</a:t>
            </a:r>
            <a:endParaRPr lang="en-US" altLang="zh-CN" sz="2400" b="1" dirty="0">
              <a:solidFill>
                <a:srgbClr val="000099"/>
              </a:solidFill>
              <a:latin typeface="Times New Roman" pitchFamily="18" charset="0"/>
            </a:endParaRPr>
          </a:p>
          <a:p>
            <a:pPr>
              <a:lnSpc>
                <a:spcPct val="90000"/>
              </a:lnSpc>
              <a:buFont typeface="Monotype Sorts" pitchFamily="2" charset="2"/>
              <a:buNone/>
            </a:pPr>
            <a:r>
              <a:rPr lang="en-US" altLang="zh-CN" sz="2400" b="1" dirty="0">
                <a:solidFill>
                  <a:srgbClr val="000099"/>
                </a:solidFill>
                <a:latin typeface="宋体" pitchFamily="2" charset="-122"/>
              </a:rPr>
              <a:t>\t	     </a:t>
            </a:r>
            <a:r>
              <a:rPr lang="zh-CN" altLang="en-US" sz="2400" b="1" dirty="0">
                <a:solidFill>
                  <a:srgbClr val="000099"/>
                </a:solidFill>
                <a:latin typeface="宋体" pitchFamily="2" charset="-122"/>
              </a:rPr>
              <a:t>制表符，横向跳格到下一个输出区首</a:t>
            </a:r>
          </a:p>
          <a:p>
            <a:pPr>
              <a:lnSpc>
                <a:spcPct val="90000"/>
              </a:lnSpc>
              <a:buFont typeface="Monotype Sorts" pitchFamily="2" charset="2"/>
              <a:buNone/>
            </a:pPr>
            <a:r>
              <a:rPr lang="en-US" altLang="zh-CN" sz="2400" b="1" dirty="0">
                <a:solidFill>
                  <a:srgbClr val="000099"/>
                </a:solidFill>
                <a:latin typeface="宋体" pitchFamily="2" charset="-122"/>
              </a:rPr>
              <a:t>\v	     </a:t>
            </a:r>
            <a:r>
              <a:rPr lang="zh-CN" altLang="en-US" sz="2400" b="1" dirty="0">
                <a:solidFill>
                  <a:srgbClr val="000099"/>
                </a:solidFill>
                <a:latin typeface="宋体" pitchFamily="2" charset="-122"/>
              </a:rPr>
              <a:t>竖向跳格符	</a:t>
            </a:r>
            <a:endParaRPr lang="zh-CN" altLang="en-US" sz="2400" b="1" dirty="0">
              <a:solidFill>
                <a:srgbClr val="000099"/>
              </a:solidFill>
              <a:latin typeface="Times New Roman" pitchFamily="18" charset="0"/>
            </a:endParaRPr>
          </a:p>
          <a:p>
            <a:pPr>
              <a:lnSpc>
                <a:spcPct val="90000"/>
              </a:lnSpc>
              <a:buFont typeface="Monotype Sorts" pitchFamily="2" charset="2"/>
              <a:buNone/>
            </a:pPr>
            <a:r>
              <a:rPr lang="en-US" altLang="zh-CN" sz="2400" b="1" dirty="0">
                <a:solidFill>
                  <a:srgbClr val="000099"/>
                </a:solidFill>
                <a:latin typeface="宋体" pitchFamily="2" charset="-122"/>
              </a:rPr>
              <a:t>\b	     </a:t>
            </a:r>
            <a:r>
              <a:rPr lang="zh-CN" altLang="en-US" sz="2400" b="1" dirty="0">
                <a:solidFill>
                  <a:srgbClr val="000099"/>
                </a:solidFill>
                <a:latin typeface="宋体" pitchFamily="2" charset="-122"/>
              </a:rPr>
              <a:t>退格	</a:t>
            </a:r>
            <a:endParaRPr lang="zh-CN" altLang="en-US" sz="2400" b="1" dirty="0">
              <a:solidFill>
                <a:srgbClr val="000099"/>
              </a:solidFill>
              <a:latin typeface="Times New Roman" pitchFamily="18" charset="0"/>
            </a:endParaRPr>
          </a:p>
          <a:p>
            <a:pPr>
              <a:lnSpc>
                <a:spcPct val="90000"/>
              </a:lnSpc>
              <a:buFont typeface="Monotype Sorts" pitchFamily="2" charset="2"/>
              <a:buNone/>
            </a:pPr>
            <a:r>
              <a:rPr lang="en-US" altLang="zh-CN" sz="2400" b="1" dirty="0">
                <a:solidFill>
                  <a:srgbClr val="000099"/>
                </a:solidFill>
                <a:latin typeface="宋体" pitchFamily="2" charset="-122"/>
              </a:rPr>
              <a:t>\r	     </a:t>
            </a:r>
            <a:r>
              <a:rPr lang="zh-CN" altLang="en-US" sz="2400" b="1" dirty="0">
                <a:solidFill>
                  <a:srgbClr val="000099"/>
                </a:solidFill>
                <a:latin typeface="宋体" pitchFamily="2" charset="-122"/>
              </a:rPr>
              <a:t>回车</a:t>
            </a:r>
            <a:r>
              <a:rPr lang="en-US" altLang="zh-CN" sz="2400" b="1" dirty="0">
                <a:solidFill>
                  <a:srgbClr val="000099"/>
                </a:solidFill>
                <a:latin typeface="宋体" pitchFamily="2" charset="-122"/>
              </a:rPr>
              <a:t>(</a:t>
            </a:r>
            <a:r>
              <a:rPr lang="zh-CN" altLang="en-US" sz="2400" b="1" dirty="0">
                <a:solidFill>
                  <a:srgbClr val="000099"/>
                </a:solidFill>
                <a:latin typeface="宋体" pitchFamily="2" charset="-122"/>
              </a:rPr>
              <a:t>打印位置移到当前行的首</a:t>
            </a:r>
            <a:r>
              <a:rPr lang="en-US" altLang="zh-CN" sz="2400" b="1" dirty="0">
                <a:solidFill>
                  <a:srgbClr val="000099"/>
                </a:solidFill>
                <a:latin typeface="宋体" pitchFamily="2" charset="-122"/>
              </a:rPr>
              <a:t>)	</a:t>
            </a:r>
            <a:endParaRPr lang="en-US" altLang="zh-CN" sz="2400" b="1" dirty="0">
              <a:solidFill>
                <a:srgbClr val="000099"/>
              </a:solidFill>
              <a:latin typeface="Times New Roman" pitchFamily="18" charset="0"/>
            </a:endParaRPr>
          </a:p>
          <a:p>
            <a:pPr>
              <a:lnSpc>
                <a:spcPct val="90000"/>
              </a:lnSpc>
              <a:buFont typeface="Monotype Sorts" pitchFamily="2" charset="2"/>
              <a:buNone/>
            </a:pPr>
            <a:r>
              <a:rPr lang="en-US" altLang="zh-CN" sz="2400" b="1" dirty="0">
                <a:solidFill>
                  <a:srgbClr val="000099"/>
                </a:solidFill>
                <a:latin typeface="宋体" pitchFamily="2" charset="-122"/>
              </a:rPr>
              <a:t>\f	     </a:t>
            </a:r>
            <a:r>
              <a:rPr lang="zh-CN" altLang="en-US" sz="2400" b="1" dirty="0">
                <a:solidFill>
                  <a:srgbClr val="000099"/>
                </a:solidFill>
                <a:latin typeface="宋体" pitchFamily="2" charset="-122"/>
              </a:rPr>
              <a:t>走纸换页  	</a:t>
            </a:r>
            <a:endParaRPr lang="zh-CN" altLang="en-US" sz="2400" b="1" dirty="0">
              <a:solidFill>
                <a:srgbClr val="000099"/>
              </a:solidFill>
              <a:latin typeface="Times New Roman" pitchFamily="18" charset="0"/>
            </a:endParaRPr>
          </a:p>
          <a:p>
            <a:pPr>
              <a:lnSpc>
                <a:spcPct val="90000"/>
              </a:lnSpc>
              <a:buFont typeface="Monotype Sorts" pitchFamily="2" charset="2"/>
              <a:buNone/>
            </a:pPr>
            <a:r>
              <a:rPr lang="en-US" altLang="zh-CN" sz="2400" b="1" dirty="0">
                <a:solidFill>
                  <a:srgbClr val="000099"/>
                </a:solidFill>
                <a:highlight>
                  <a:srgbClr val="FFFF00"/>
                </a:highlight>
                <a:latin typeface="宋体" pitchFamily="2" charset="-122"/>
              </a:rPr>
              <a:t>\a	     </a:t>
            </a:r>
            <a:r>
              <a:rPr lang="zh-CN" altLang="en-US" sz="2400" b="1" dirty="0">
                <a:solidFill>
                  <a:srgbClr val="000099"/>
                </a:solidFill>
                <a:highlight>
                  <a:srgbClr val="FFFF00"/>
                </a:highlight>
                <a:latin typeface="宋体" pitchFamily="2" charset="-122"/>
              </a:rPr>
              <a:t>产生响铃声</a:t>
            </a:r>
            <a:r>
              <a:rPr lang="zh-CN" altLang="en-US" sz="2400" b="1" dirty="0">
                <a:solidFill>
                  <a:srgbClr val="000099"/>
                </a:solidFill>
                <a:latin typeface="宋体" pitchFamily="2" charset="-122"/>
              </a:rPr>
              <a:t>	</a:t>
            </a:r>
            <a:endParaRPr lang="zh-CN" altLang="en-US" sz="2400" b="1" dirty="0">
              <a:solidFill>
                <a:srgbClr val="000099"/>
              </a:solidFill>
              <a:latin typeface="Times New Roman" pitchFamily="18" charset="0"/>
            </a:endParaRPr>
          </a:p>
          <a:p>
            <a:pPr>
              <a:lnSpc>
                <a:spcPct val="90000"/>
              </a:lnSpc>
              <a:buFont typeface="Monotype Sorts" pitchFamily="2" charset="2"/>
              <a:buNone/>
            </a:pPr>
            <a:r>
              <a:rPr lang="en-US" altLang="zh-CN" sz="2400" b="1" dirty="0">
                <a:solidFill>
                  <a:srgbClr val="000099"/>
                </a:solidFill>
                <a:latin typeface="宋体" pitchFamily="2" charset="-122"/>
              </a:rPr>
              <a:t>\\	     </a:t>
            </a:r>
            <a:r>
              <a:rPr lang="zh-CN" altLang="en-US" sz="2400" b="1" dirty="0">
                <a:solidFill>
                  <a:srgbClr val="000099"/>
                </a:solidFill>
                <a:latin typeface="宋体" pitchFamily="2" charset="-122"/>
              </a:rPr>
              <a:t>反斜杠字符 </a:t>
            </a:r>
            <a:r>
              <a:rPr lang="en-US" altLang="zh-CN" sz="2400" b="1" dirty="0">
                <a:solidFill>
                  <a:srgbClr val="000099"/>
                </a:solidFill>
                <a:latin typeface="宋体" pitchFamily="2" charset="-122"/>
              </a:rPr>
              <a:t>\	</a:t>
            </a:r>
            <a:endParaRPr lang="en-US" altLang="zh-CN" sz="2400" b="1" dirty="0">
              <a:solidFill>
                <a:srgbClr val="000099"/>
              </a:solidFill>
              <a:latin typeface="Times New Roman" pitchFamily="18" charset="0"/>
            </a:endParaRPr>
          </a:p>
          <a:p>
            <a:pPr>
              <a:lnSpc>
                <a:spcPct val="90000"/>
              </a:lnSpc>
              <a:buFont typeface="Monotype Sorts" pitchFamily="2" charset="2"/>
              <a:buNone/>
            </a:pPr>
            <a:r>
              <a:rPr lang="en-US" altLang="zh-CN" sz="2400" b="1" dirty="0">
                <a:solidFill>
                  <a:srgbClr val="000099"/>
                </a:solidFill>
                <a:latin typeface="宋体" pitchFamily="2" charset="-122"/>
              </a:rPr>
              <a:t>\</a:t>
            </a:r>
            <a:r>
              <a:rPr lang="en-US" altLang="zh-CN" sz="2400" b="1" dirty="0">
                <a:solidFill>
                  <a:srgbClr val="000099"/>
                </a:solidFill>
                <a:latin typeface="Courier New"/>
              </a:rPr>
              <a:t>’</a:t>
            </a:r>
            <a:r>
              <a:rPr lang="en-US" altLang="zh-CN" sz="2400" b="1" dirty="0">
                <a:solidFill>
                  <a:srgbClr val="000099"/>
                </a:solidFill>
                <a:latin typeface="宋体" pitchFamily="2" charset="-122"/>
              </a:rPr>
              <a:t>	     </a:t>
            </a:r>
            <a:r>
              <a:rPr lang="zh-CN" altLang="en-US" sz="2400" b="1" dirty="0">
                <a:solidFill>
                  <a:srgbClr val="000099"/>
                </a:solidFill>
                <a:latin typeface="宋体" pitchFamily="2" charset="-122"/>
              </a:rPr>
              <a:t>单引号符 </a:t>
            </a:r>
            <a:r>
              <a:rPr lang="zh-CN" altLang="en-US" sz="2400" b="1" dirty="0">
                <a:solidFill>
                  <a:srgbClr val="000099"/>
                </a:solidFill>
                <a:latin typeface="Courier New"/>
              </a:rPr>
              <a:t>’</a:t>
            </a:r>
            <a:r>
              <a:rPr lang="zh-CN" altLang="en-US" sz="2400" b="1" dirty="0">
                <a:solidFill>
                  <a:srgbClr val="000099"/>
                </a:solidFill>
                <a:latin typeface="宋体" pitchFamily="2" charset="-122"/>
              </a:rPr>
              <a:t>	</a:t>
            </a:r>
            <a:endParaRPr lang="zh-CN" altLang="en-US" sz="2400" b="1" dirty="0">
              <a:solidFill>
                <a:srgbClr val="000099"/>
              </a:solidFill>
              <a:latin typeface="Times New Roman" pitchFamily="18" charset="0"/>
            </a:endParaRPr>
          </a:p>
          <a:p>
            <a:pPr>
              <a:lnSpc>
                <a:spcPct val="90000"/>
              </a:lnSpc>
              <a:buFont typeface="Monotype Sorts" pitchFamily="2" charset="2"/>
              <a:buNone/>
            </a:pPr>
            <a:r>
              <a:rPr lang="en-US" altLang="zh-CN" sz="2400" b="1" dirty="0">
                <a:solidFill>
                  <a:srgbClr val="000099"/>
                </a:solidFill>
                <a:latin typeface="宋体" pitchFamily="2" charset="-122"/>
              </a:rPr>
              <a:t>\</a:t>
            </a:r>
            <a:r>
              <a:rPr lang="en-US" altLang="zh-CN" sz="2400" b="1" dirty="0">
                <a:solidFill>
                  <a:srgbClr val="000099"/>
                </a:solidFill>
                <a:latin typeface="Courier New"/>
              </a:rPr>
              <a:t>”</a:t>
            </a:r>
            <a:r>
              <a:rPr lang="en-US" altLang="zh-CN" sz="2400" b="1" dirty="0">
                <a:solidFill>
                  <a:srgbClr val="000099"/>
                </a:solidFill>
                <a:latin typeface="宋体" pitchFamily="2" charset="-122"/>
              </a:rPr>
              <a:t>	     </a:t>
            </a:r>
            <a:r>
              <a:rPr lang="zh-CN" altLang="en-US" sz="2400" b="1" dirty="0">
                <a:solidFill>
                  <a:srgbClr val="000099"/>
                </a:solidFill>
                <a:latin typeface="宋体" pitchFamily="2" charset="-122"/>
              </a:rPr>
              <a:t>双引号符 </a:t>
            </a:r>
            <a:r>
              <a:rPr lang="zh-CN" altLang="en-US" sz="2400" b="1" dirty="0">
                <a:solidFill>
                  <a:srgbClr val="000099"/>
                </a:solidFill>
                <a:latin typeface="Courier New"/>
              </a:rPr>
              <a:t>”</a:t>
            </a:r>
            <a:r>
              <a:rPr lang="zh-CN" altLang="en-US" sz="2400" b="1" dirty="0">
                <a:solidFill>
                  <a:srgbClr val="000099"/>
                </a:solidFill>
                <a:latin typeface="宋体" pitchFamily="2" charset="-122"/>
              </a:rPr>
              <a:t>	</a:t>
            </a:r>
            <a:endParaRPr lang="zh-CN" altLang="en-US" sz="2400" b="1" dirty="0">
              <a:solidFill>
                <a:srgbClr val="000099"/>
              </a:solidFill>
              <a:latin typeface="Times New Roman" pitchFamily="18" charset="0"/>
            </a:endParaRPr>
          </a:p>
          <a:p>
            <a:pPr>
              <a:lnSpc>
                <a:spcPct val="90000"/>
              </a:lnSpc>
              <a:buFont typeface="Monotype Sorts" pitchFamily="2" charset="2"/>
              <a:buNone/>
            </a:pPr>
            <a:r>
              <a:rPr lang="en-US" altLang="zh-CN" sz="2400" b="1" dirty="0">
                <a:solidFill>
                  <a:srgbClr val="000099"/>
                </a:solidFill>
                <a:latin typeface="宋体" pitchFamily="2" charset="-122"/>
              </a:rPr>
              <a:t>\</a:t>
            </a:r>
            <a:r>
              <a:rPr lang="en-US" altLang="zh-CN" sz="2400" b="1" dirty="0" err="1">
                <a:solidFill>
                  <a:srgbClr val="000099"/>
                </a:solidFill>
                <a:latin typeface="宋体" pitchFamily="2" charset="-122"/>
              </a:rPr>
              <a:t>ddd</a:t>
            </a:r>
            <a:r>
              <a:rPr lang="en-US" altLang="zh-CN" sz="2400" b="1" dirty="0">
                <a:solidFill>
                  <a:srgbClr val="000099"/>
                </a:solidFill>
                <a:latin typeface="宋体" pitchFamily="2" charset="-122"/>
              </a:rPr>
              <a:t>	 </a:t>
            </a:r>
            <a:r>
              <a:rPr lang="en-US" altLang="zh-CN" sz="2400" b="1" dirty="0" err="1">
                <a:solidFill>
                  <a:srgbClr val="000099"/>
                </a:solidFill>
                <a:latin typeface="宋体" pitchFamily="2" charset="-122"/>
              </a:rPr>
              <a:t>ddd</a:t>
            </a:r>
            <a:r>
              <a:rPr lang="zh-CN" altLang="en-US" sz="2400" b="1" dirty="0">
                <a:solidFill>
                  <a:srgbClr val="000099"/>
                </a:solidFill>
                <a:latin typeface="宋体" pitchFamily="2" charset="-122"/>
              </a:rPr>
              <a:t>为</a:t>
            </a:r>
            <a:r>
              <a:rPr lang="en-US" altLang="zh-CN" sz="2400" b="1" dirty="0">
                <a:solidFill>
                  <a:srgbClr val="000099"/>
                </a:solidFill>
                <a:latin typeface="宋体" pitchFamily="2" charset="-122"/>
              </a:rPr>
              <a:t>1</a:t>
            </a:r>
            <a:r>
              <a:rPr lang="zh-CN" altLang="en-US" sz="2400" b="1" dirty="0">
                <a:solidFill>
                  <a:srgbClr val="000099"/>
                </a:solidFill>
                <a:latin typeface="宋体" pitchFamily="2" charset="-122"/>
              </a:rPr>
              <a:t>至</a:t>
            </a:r>
            <a:r>
              <a:rPr lang="en-US" altLang="zh-CN" sz="2400" b="1" dirty="0">
                <a:solidFill>
                  <a:srgbClr val="000099"/>
                </a:solidFill>
                <a:latin typeface="宋体" pitchFamily="2" charset="-122"/>
              </a:rPr>
              <a:t>3</a:t>
            </a:r>
            <a:r>
              <a:rPr lang="zh-CN" altLang="en-US" sz="2400" b="1" dirty="0">
                <a:solidFill>
                  <a:srgbClr val="000099"/>
                </a:solidFill>
                <a:latin typeface="宋体" pitchFamily="2" charset="-122"/>
              </a:rPr>
              <a:t>个</a:t>
            </a:r>
            <a:r>
              <a:rPr lang="en-US" altLang="zh-CN" sz="2400" b="1" dirty="0">
                <a:solidFill>
                  <a:srgbClr val="000099"/>
                </a:solidFill>
                <a:latin typeface="宋体" pitchFamily="2" charset="-122"/>
              </a:rPr>
              <a:t>8</a:t>
            </a:r>
            <a:r>
              <a:rPr lang="zh-CN" altLang="en-US" sz="2400" b="1" dirty="0">
                <a:solidFill>
                  <a:srgbClr val="000099"/>
                </a:solidFill>
                <a:latin typeface="宋体" pitchFamily="2" charset="-122"/>
              </a:rPr>
              <a:t>进制数字</a:t>
            </a:r>
            <a:r>
              <a:rPr lang="en-US" altLang="zh-CN" sz="2400" b="1" dirty="0">
                <a:solidFill>
                  <a:srgbClr val="000099"/>
                </a:solidFill>
                <a:latin typeface="宋体" pitchFamily="2" charset="-122"/>
              </a:rPr>
              <a:t>,</a:t>
            </a:r>
            <a:r>
              <a:rPr lang="zh-CN" altLang="en-US" sz="2400" b="1" dirty="0">
                <a:solidFill>
                  <a:srgbClr val="000099"/>
                </a:solidFill>
                <a:latin typeface="宋体" pitchFamily="2" charset="-122"/>
              </a:rPr>
              <a:t>以</a:t>
            </a:r>
            <a:r>
              <a:rPr lang="zh-CN" altLang="en-US" sz="2400" b="1" dirty="0">
                <a:solidFill>
                  <a:srgbClr val="000099"/>
                </a:solidFill>
                <a:highlight>
                  <a:srgbClr val="FFFF00"/>
                </a:highlight>
                <a:latin typeface="宋体" pitchFamily="2" charset="-122"/>
              </a:rPr>
              <a:t>该值为</a:t>
            </a:r>
            <a:r>
              <a:rPr lang="en-US" altLang="zh-CN" sz="2400" b="1" dirty="0">
                <a:solidFill>
                  <a:srgbClr val="000099"/>
                </a:solidFill>
                <a:highlight>
                  <a:srgbClr val="FFFF00"/>
                </a:highlight>
                <a:latin typeface="宋体" pitchFamily="2" charset="-122"/>
              </a:rPr>
              <a:t>ASCII</a:t>
            </a:r>
            <a:r>
              <a:rPr lang="zh-CN" altLang="en-US" sz="2400" b="1" dirty="0">
                <a:solidFill>
                  <a:srgbClr val="000099"/>
                </a:solidFill>
                <a:highlight>
                  <a:srgbClr val="FFFF00"/>
                </a:highlight>
                <a:latin typeface="宋体" pitchFamily="2" charset="-122"/>
              </a:rPr>
              <a:t>码</a:t>
            </a:r>
            <a:r>
              <a:rPr lang="zh-CN" altLang="en-US" sz="2400" b="1" dirty="0">
                <a:solidFill>
                  <a:srgbClr val="000099"/>
                </a:solidFill>
                <a:latin typeface="宋体" pitchFamily="2" charset="-122"/>
              </a:rPr>
              <a:t>的字符</a:t>
            </a:r>
            <a:endParaRPr lang="zh-CN" altLang="en-US" sz="2400" b="1" dirty="0">
              <a:solidFill>
                <a:srgbClr val="000099"/>
              </a:solidFill>
              <a:latin typeface="Times New Roman" pitchFamily="18" charset="0"/>
            </a:endParaRPr>
          </a:p>
          <a:p>
            <a:pPr>
              <a:lnSpc>
                <a:spcPct val="90000"/>
              </a:lnSpc>
              <a:buFont typeface="Monotype Sorts" pitchFamily="2" charset="2"/>
              <a:buNone/>
            </a:pPr>
            <a:r>
              <a:rPr lang="en-US" altLang="zh-CN" sz="2400" b="1" dirty="0">
                <a:solidFill>
                  <a:srgbClr val="000099"/>
                </a:solidFill>
                <a:latin typeface="宋体" pitchFamily="2" charset="-122"/>
              </a:rPr>
              <a:t>\</a:t>
            </a:r>
            <a:r>
              <a:rPr lang="en-US" altLang="zh-CN" sz="2400" b="1" dirty="0" err="1">
                <a:solidFill>
                  <a:srgbClr val="000099"/>
                </a:solidFill>
                <a:latin typeface="宋体" pitchFamily="2" charset="-122"/>
              </a:rPr>
              <a:t>xhh</a:t>
            </a:r>
            <a:r>
              <a:rPr lang="en-US" altLang="zh-CN" sz="2400" b="1" dirty="0">
                <a:solidFill>
                  <a:srgbClr val="000099"/>
                </a:solidFill>
                <a:latin typeface="宋体" pitchFamily="2" charset="-122"/>
              </a:rPr>
              <a:t>	 </a:t>
            </a:r>
            <a:r>
              <a:rPr lang="en-US" altLang="zh-CN" sz="2400" b="1" dirty="0" err="1">
                <a:solidFill>
                  <a:srgbClr val="000099"/>
                </a:solidFill>
                <a:latin typeface="宋体" pitchFamily="2" charset="-122"/>
              </a:rPr>
              <a:t>hh</a:t>
            </a:r>
            <a:r>
              <a:rPr lang="zh-CN" altLang="en-US" sz="2400" b="1" dirty="0">
                <a:solidFill>
                  <a:srgbClr val="000099"/>
                </a:solidFill>
                <a:latin typeface="宋体" pitchFamily="2" charset="-122"/>
              </a:rPr>
              <a:t>为</a:t>
            </a:r>
            <a:r>
              <a:rPr lang="en-US" altLang="zh-CN" sz="2400" b="1" dirty="0">
                <a:solidFill>
                  <a:srgbClr val="000099"/>
                </a:solidFill>
                <a:latin typeface="宋体" pitchFamily="2" charset="-122"/>
              </a:rPr>
              <a:t>1</a:t>
            </a:r>
            <a:r>
              <a:rPr lang="zh-CN" altLang="en-US" sz="2400" b="1" dirty="0">
                <a:solidFill>
                  <a:srgbClr val="000099"/>
                </a:solidFill>
                <a:latin typeface="宋体" pitchFamily="2" charset="-122"/>
              </a:rPr>
              <a:t>至</a:t>
            </a:r>
            <a:r>
              <a:rPr lang="en-US" altLang="zh-CN" sz="2400" b="1" dirty="0">
                <a:solidFill>
                  <a:srgbClr val="000099"/>
                </a:solidFill>
                <a:latin typeface="宋体" pitchFamily="2" charset="-122"/>
              </a:rPr>
              <a:t>2</a:t>
            </a:r>
            <a:r>
              <a:rPr lang="zh-CN" altLang="en-US" sz="2400" b="1" dirty="0">
                <a:solidFill>
                  <a:srgbClr val="000099"/>
                </a:solidFill>
                <a:latin typeface="宋体" pitchFamily="2" charset="-122"/>
              </a:rPr>
              <a:t>个</a:t>
            </a:r>
            <a:r>
              <a:rPr lang="en-US" altLang="zh-CN" sz="2400" b="1" dirty="0">
                <a:solidFill>
                  <a:srgbClr val="000099"/>
                </a:solidFill>
                <a:latin typeface="宋体" pitchFamily="2" charset="-122"/>
              </a:rPr>
              <a:t>16</a:t>
            </a:r>
            <a:r>
              <a:rPr lang="zh-CN" altLang="en-US" sz="2400" b="1" dirty="0">
                <a:solidFill>
                  <a:srgbClr val="000099"/>
                </a:solidFill>
                <a:latin typeface="宋体" pitchFamily="2" charset="-122"/>
              </a:rPr>
              <a:t>进制数字</a:t>
            </a:r>
            <a:r>
              <a:rPr lang="en-US" altLang="zh-CN" sz="2400" b="1" dirty="0">
                <a:solidFill>
                  <a:srgbClr val="000099"/>
                </a:solidFill>
                <a:latin typeface="宋体" pitchFamily="2" charset="-122"/>
              </a:rPr>
              <a:t>,</a:t>
            </a:r>
            <a:r>
              <a:rPr lang="zh-CN" altLang="en-US" sz="2400" b="1" dirty="0">
                <a:solidFill>
                  <a:srgbClr val="000099"/>
                </a:solidFill>
                <a:latin typeface="宋体" pitchFamily="2" charset="-122"/>
              </a:rPr>
              <a:t>以</a:t>
            </a:r>
            <a:r>
              <a:rPr lang="zh-CN" altLang="en-US" sz="2400" b="1" dirty="0">
                <a:solidFill>
                  <a:srgbClr val="000099"/>
                </a:solidFill>
                <a:highlight>
                  <a:srgbClr val="FFFF00"/>
                </a:highlight>
                <a:latin typeface="宋体" pitchFamily="2" charset="-122"/>
              </a:rPr>
              <a:t>该值为</a:t>
            </a:r>
            <a:r>
              <a:rPr lang="en-US" altLang="zh-CN" sz="2400" b="1" dirty="0">
                <a:solidFill>
                  <a:srgbClr val="000099"/>
                </a:solidFill>
                <a:highlight>
                  <a:srgbClr val="FFFF00"/>
                </a:highlight>
                <a:latin typeface="宋体" pitchFamily="2" charset="-122"/>
              </a:rPr>
              <a:t>ASCII</a:t>
            </a:r>
            <a:r>
              <a:rPr lang="zh-CN" altLang="en-US" sz="2400" b="1" dirty="0">
                <a:solidFill>
                  <a:srgbClr val="000099"/>
                </a:solidFill>
                <a:highlight>
                  <a:srgbClr val="FFFF00"/>
                </a:highlight>
                <a:latin typeface="宋体" pitchFamily="2" charset="-122"/>
              </a:rPr>
              <a:t>码</a:t>
            </a:r>
            <a:r>
              <a:rPr lang="zh-CN" altLang="en-US" sz="2400" b="1" dirty="0">
                <a:solidFill>
                  <a:srgbClr val="000099"/>
                </a:solidFill>
                <a:latin typeface="宋体" pitchFamily="2" charset="-122"/>
              </a:rPr>
              <a:t>的字符</a:t>
            </a:r>
          </a:p>
        </p:txBody>
      </p:sp>
      <p:sp>
        <p:nvSpPr>
          <p:cNvPr id="6" name="灯片编号占位符 5"/>
          <p:cNvSpPr>
            <a:spLocks noGrp="1"/>
          </p:cNvSpPr>
          <p:nvPr>
            <p:ph type="sldNum" sz="quarter" idx="12"/>
          </p:nvPr>
        </p:nvSpPr>
        <p:spPr/>
        <p:txBody>
          <a:bodyPr/>
          <a:lstStyle/>
          <a:p>
            <a:fld id="{8D70EF20-540A-4DE5-BB03-BFE6665B88A7}" type="slidenum">
              <a:rPr lang="en-US" altLang="zh-CN"/>
              <a:pPr/>
              <a:t>22</a:t>
            </a:fld>
            <a:endParaRPr lang="en-US" altLang="zh-CN"/>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83D32C5A-5A32-429C-86CF-93D8DB304B8B}"/>
              </a:ext>
            </a:extLst>
          </p:cNvPr>
          <p:cNvPicPr>
            <a:picLocks noChangeAspect="1"/>
          </p:cNvPicPr>
          <p:nvPr/>
        </p:nvPicPr>
        <p:blipFill>
          <a:blip r:embed="rId2"/>
          <a:stretch>
            <a:fillRect/>
          </a:stretch>
        </p:blipFill>
        <p:spPr>
          <a:xfrm>
            <a:off x="611560" y="76058"/>
            <a:ext cx="7128792" cy="6953342"/>
          </a:xfrm>
          <a:prstGeom prst="rect">
            <a:avLst/>
          </a:prstGeom>
        </p:spPr>
      </p:pic>
    </p:spTree>
    <p:extLst>
      <p:ext uri="{BB962C8B-B14F-4D97-AF65-F5344CB8AC3E}">
        <p14:creationId xmlns:p14="http://schemas.microsoft.com/office/powerpoint/2010/main" val="77852973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7186" name="Rectangle 2"/>
          <p:cNvSpPr>
            <a:spLocks noGrp="1" noChangeArrowheads="1"/>
          </p:cNvSpPr>
          <p:nvPr>
            <p:ph idx="1"/>
          </p:nvPr>
        </p:nvSpPr>
        <p:spPr>
          <a:xfrm>
            <a:off x="381000" y="1052513"/>
            <a:ext cx="8229600" cy="5576887"/>
          </a:xfrm>
        </p:spPr>
        <p:txBody>
          <a:bodyPr>
            <a:normAutofit/>
          </a:bodyPr>
          <a:lstStyle/>
          <a:p>
            <a:pPr marL="1887538" indent="-1887538" algn="just">
              <a:lnSpc>
                <a:spcPct val="90000"/>
              </a:lnSpc>
              <a:buNone/>
            </a:pPr>
            <a:r>
              <a:rPr lang="zh-CN" altLang="en-US" sz="4000" b="1" dirty="0">
                <a:solidFill>
                  <a:srgbClr val="FF3300"/>
                </a:solidFill>
                <a:effectLst>
                  <a:outerShdw blurRad="38100" dist="38100" dir="2700000" algn="tl">
                    <a:srgbClr val="000000"/>
                  </a:outerShdw>
                </a:effectLst>
                <a:latin typeface="宋体" pitchFamily="2" charset="-122"/>
              </a:rPr>
              <a:t>注意：</a:t>
            </a:r>
            <a:r>
              <a:rPr lang="zh-CN" altLang="en-US" sz="3600" b="1" dirty="0">
                <a:effectLst>
                  <a:outerShdw blurRad="38100" dist="38100" dir="2700000" algn="tl">
                    <a:srgbClr val="000000"/>
                  </a:outerShdw>
                </a:effectLst>
                <a:latin typeface="宋体" pitchFamily="2" charset="-122"/>
              </a:rPr>
              <a:t>打印机与显示屏输出的组织方法稍有不同</a:t>
            </a:r>
            <a:endParaRPr lang="zh-CN" altLang="en-US" sz="3200" b="1" dirty="0">
              <a:effectLst>
                <a:outerShdw blurRad="38100" dist="38100" dir="2700000" algn="tl">
                  <a:srgbClr val="000000"/>
                </a:outerShdw>
              </a:effectLst>
              <a:latin typeface="宋体" pitchFamily="2" charset="-122"/>
            </a:endParaRPr>
          </a:p>
          <a:p>
            <a:pPr marL="1887538" indent="-1887538">
              <a:lnSpc>
                <a:spcPct val="90000"/>
              </a:lnSpc>
              <a:buNone/>
            </a:pPr>
            <a:r>
              <a:rPr lang="zh-CN" altLang="en-US" sz="4000" b="1" dirty="0">
                <a:solidFill>
                  <a:srgbClr val="FF3300"/>
                </a:solidFill>
                <a:effectLst>
                  <a:outerShdw blurRad="38100" dist="38100" dir="2700000" algn="tl">
                    <a:srgbClr val="000000"/>
                  </a:outerShdw>
                </a:effectLst>
                <a:latin typeface="宋体" pitchFamily="2" charset="-122"/>
              </a:rPr>
              <a:t>打印机：</a:t>
            </a:r>
            <a:r>
              <a:rPr lang="zh-CN" altLang="en-US" sz="3200" b="1" dirty="0">
                <a:solidFill>
                  <a:srgbClr val="0000FF"/>
                </a:solidFill>
                <a:effectLst>
                  <a:outerShdw blurRad="38100" dist="38100" dir="2700000" algn="tl">
                    <a:srgbClr val="000000"/>
                  </a:outerShdw>
                </a:effectLst>
                <a:latin typeface="宋体" pitchFamily="2" charset="-122"/>
              </a:rPr>
              <a:t>	</a:t>
            </a:r>
            <a:r>
              <a:rPr lang="zh-CN" altLang="en-US" sz="3200" b="1" dirty="0">
                <a:effectLst>
                  <a:outerShdw blurRad="38100" dist="38100" dir="2700000" algn="tl">
                    <a:srgbClr val="FFFFFF"/>
                  </a:outerShdw>
                </a:effectLst>
                <a:latin typeface="宋体" pitchFamily="2" charset="-122"/>
              </a:rPr>
              <a:t>仅当一行字符填满或遇换行符时才输出，即整行一次性输出。当输出空格符或制表符时，作跳格处理，不用空格符填充。</a:t>
            </a:r>
            <a:endParaRPr lang="zh-CN" altLang="en-US" sz="3200" b="1" dirty="0">
              <a:effectLst>
                <a:outerShdw blurRad="38100" dist="38100" dir="2700000" algn="tl">
                  <a:srgbClr val="000000"/>
                </a:outerShdw>
              </a:effectLst>
              <a:latin typeface="宋体" pitchFamily="2" charset="-122"/>
            </a:endParaRPr>
          </a:p>
          <a:p>
            <a:pPr marL="1887538" indent="-1887538">
              <a:lnSpc>
                <a:spcPct val="90000"/>
              </a:lnSpc>
              <a:buNone/>
            </a:pPr>
            <a:r>
              <a:rPr lang="zh-CN" altLang="en-US" sz="4000" b="1" dirty="0">
                <a:solidFill>
                  <a:srgbClr val="FF3300"/>
                </a:solidFill>
                <a:effectLst>
                  <a:outerShdw blurRad="38100" dist="38100" dir="2700000" algn="tl">
                    <a:srgbClr val="000000"/>
                  </a:outerShdw>
                </a:effectLst>
                <a:latin typeface="宋体" pitchFamily="2" charset="-122"/>
              </a:rPr>
              <a:t>显示器</a:t>
            </a:r>
            <a:r>
              <a:rPr lang="zh-CN" altLang="en-US" sz="3200" b="1" dirty="0">
                <a:solidFill>
                  <a:schemeClr val="hlink"/>
                </a:solidFill>
                <a:effectLst>
                  <a:outerShdw blurRad="38100" dist="38100" dir="2700000" algn="tl">
                    <a:srgbClr val="000000"/>
                  </a:outerShdw>
                </a:effectLst>
                <a:latin typeface="宋体" pitchFamily="2" charset="-122"/>
              </a:rPr>
              <a:t> </a:t>
            </a:r>
            <a:r>
              <a:rPr lang="zh-CN" altLang="en-US" sz="3200" b="1" dirty="0">
                <a:effectLst>
                  <a:outerShdw blurRad="38100" dist="38100" dir="2700000" algn="tl">
                    <a:srgbClr val="000000"/>
                  </a:outerShdw>
                </a:effectLst>
                <a:latin typeface="宋体" pitchFamily="2" charset="-122"/>
              </a:rPr>
              <a:t> 	逐个字符输出，空格符及制表符经过位置都用空格符输出。</a:t>
            </a:r>
          </a:p>
        </p:txBody>
      </p:sp>
      <p:sp>
        <p:nvSpPr>
          <p:cNvPr id="22" name="灯片编号占位符 5"/>
          <p:cNvSpPr>
            <a:spLocks noGrp="1"/>
          </p:cNvSpPr>
          <p:nvPr>
            <p:ph type="sldNum" sz="quarter" idx="12"/>
          </p:nvPr>
        </p:nvSpPr>
        <p:spPr/>
        <p:txBody>
          <a:bodyPr/>
          <a:lstStyle/>
          <a:p>
            <a:fld id="{7B368CC9-3BCC-4C04-80B9-33DA8BE53268}" type="slidenum">
              <a:rPr lang="en-US" altLang="zh-CN"/>
              <a:pPr/>
              <a:t>24</a:t>
            </a:fld>
            <a:endParaRPr lang="en-US" altLang="zh-CN"/>
          </a:p>
        </p:txBody>
      </p:sp>
    </p:spTree>
  </p:cSld>
  <p:clrMapOvr>
    <a:masterClrMapping/>
  </p:clrMapOvr>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7187" name="Rectangle 3"/>
          <p:cNvSpPr>
            <a:spLocks noGrp="1" noChangeArrowheads="1"/>
          </p:cNvSpPr>
          <p:nvPr>
            <p:ph type="title"/>
          </p:nvPr>
        </p:nvSpPr>
        <p:spPr>
          <a:xfrm>
            <a:off x="395288" y="260350"/>
            <a:ext cx="8532812" cy="649288"/>
          </a:xfrm>
        </p:spPr>
        <p:txBody>
          <a:bodyPr>
            <a:noAutofit/>
          </a:bodyPr>
          <a:lstStyle/>
          <a:p>
            <a:r>
              <a:rPr lang="zh-CN" altLang="en-US" sz="3600" b="1" dirty="0">
                <a:solidFill>
                  <a:schemeClr val="tx1"/>
                </a:solidFill>
                <a:latin typeface="黑体" pitchFamily="2" charset="-122"/>
                <a:ea typeface="黑体" pitchFamily="2" charset="-122"/>
              </a:rPr>
              <a:t>字符型常量与</a:t>
            </a:r>
            <a:r>
              <a:rPr lang="zh-CN" altLang="en-US" sz="3600" b="1" dirty="0">
                <a:solidFill>
                  <a:schemeClr val="tx1"/>
                </a:solidFill>
                <a:highlight>
                  <a:srgbClr val="FFFF00"/>
                </a:highlight>
                <a:latin typeface="黑体" pitchFamily="2" charset="-122"/>
                <a:ea typeface="黑体" pitchFamily="2" charset="-122"/>
              </a:rPr>
              <a:t>字符串</a:t>
            </a:r>
            <a:r>
              <a:rPr lang="zh-CN" altLang="en-US" sz="3600" b="1" dirty="0">
                <a:solidFill>
                  <a:schemeClr val="tx1"/>
                </a:solidFill>
                <a:latin typeface="黑体" pitchFamily="2" charset="-122"/>
                <a:ea typeface="黑体" pitchFamily="2" charset="-122"/>
              </a:rPr>
              <a:t>常量的区别</a:t>
            </a:r>
          </a:p>
        </p:txBody>
      </p:sp>
      <p:sp>
        <p:nvSpPr>
          <p:cNvPr id="477186" name="Rectangle 2"/>
          <p:cNvSpPr>
            <a:spLocks noGrp="1" noChangeArrowheads="1"/>
          </p:cNvSpPr>
          <p:nvPr>
            <p:ph idx="1"/>
          </p:nvPr>
        </p:nvSpPr>
        <p:spPr>
          <a:xfrm>
            <a:off x="395288" y="1441492"/>
            <a:ext cx="8229600" cy="5576887"/>
          </a:xfrm>
        </p:spPr>
        <p:txBody>
          <a:bodyPr/>
          <a:lstStyle/>
          <a:p>
            <a:pPr marL="0" indent="0" algn="just">
              <a:buSzTx/>
            </a:pPr>
            <a:r>
              <a:rPr lang="en-US" altLang="zh-CN" b="1" dirty="0">
                <a:effectLst>
                  <a:outerShdw blurRad="38100" dist="38100" dir="2700000" algn="tl">
                    <a:srgbClr val="000000"/>
                  </a:outerShdw>
                </a:effectLst>
                <a:latin typeface="宋体" pitchFamily="2" charset="-122"/>
              </a:rPr>
              <a:t> </a:t>
            </a:r>
            <a:r>
              <a:rPr lang="zh-CN" altLang="en-US" sz="3200" b="1" dirty="0">
                <a:latin typeface="宋体" pitchFamily="2" charset="-122"/>
              </a:rPr>
              <a:t>字符串常量用</a:t>
            </a:r>
            <a:r>
              <a:rPr lang="zh-CN" altLang="en-US" sz="3200" b="1" dirty="0">
                <a:highlight>
                  <a:srgbClr val="FFFF00"/>
                </a:highlight>
                <a:latin typeface="宋体" pitchFamily="2" charset="-122"/>
              </a:rPr>
              <a:t>双引号</a:t>
            </a:r>
            <a:r>
              <a:rPr lang="zh-CN" altLang="en-US" sz="3200" b="1" dirty="0">
                <a:latin typeface="宋体" pitchFamily="2" charset="-122"/>
              </a:rPr>
              <a:t>括起来的字符序列。</a:t>
            </a:r>
          </a:p>
          <a:p>
            <a:pPr marL="0" indent="0" algn="just">
              <a:buNone/>
            </a:pPr>
            <a:r>
              <a:rPr lang="zh-CN" altLang="en-US" sz="3200" b="1" dirty="0">
                <a:latin typeface="宋体" pitchFamily="2" charset="-122"/>
              </a:rPr>
              <a:t>    如：</a:t>
            </a:r>
            <a:r>
              <a:rPr lang="en-US" altLang="zh-CN" sz="3200" b="1" dirty="0">
                <a:latin typeface="宋体" pitchFamily="2" charset="-122"/>
              </a:rPr>
              <a:t> </a:t>
            </a:r>
            <a:r>
              <a:rPr lang="en-US" altLang="zh-CN" sz="3200" b="1" dirty="0">
                <a:latin typeface="Times New Roman" pitchFamily="18" charset="0"/>
                <a:cs typeface="Times New Roman" pitchFamily="18" charset="0"/>
              </a:rPr>
              <a:t>”China0” ,</a:t>
            </a:r>
            <a:r>
              <a:rPr lang="zh-CN" altLang="en-US" sz="3200" b="1" dirty="0">
                <a:latin typeface="宋体" pitchFamily="2" charset="-122"/>
              </a:rPr>
              <a:t>存储形式</a:t>
            </a:r>
            <a:r>
              <a:rPr lang="en-US" altLang="zh-CN" sz="3200" b="1" dirty="0">
                <a:latin typeface="宋体" pitchFamily="2" charset="-122"/>
              </a:rPr>
              <a:t>: </a:t>
            </a:r>
          </a:p>
          <a:p>
            <a:pPr marL="0" indent="0" algn="just">
              <a:buNone/>
            </a:pPr>
            <a:r>
              <a:rPr lang="zh-CN" altLang="en-US" sz="3200" b="1" dirty="0">
                <a:solidFill>
                  <a:srgbClr val="CC0066"/>
                </a:solidFill>
                <a:latin typeface="宋体" pitchFamily="2" charset="-122"/>
              </a:rPr>
              <a:t>  注意：</a:t>
            </a:r>
            <a:r>
              <a:rPr lang="zh-CN" altLang="en-US" sz="3200" b="1" dirty="0">
                <a:latin typeface="宋体" pitchFamily="2" charset="-122"/>
              </a:rPr>
              <a:t>字符型常量</a:t>
            </a:r>
            <a:r>
              <a:rPr lang="en-US" altLang="zh-CN" sz="3200" b="1" dirty="0">
                <a:latin typeface="Courier New"/>
              </a:rPr>
              <a:t>’</a:t>
            </a:r>
            <a:r>
              <a:rPr lang="en-US" altLang="zh-CN" sz="3200" b="1" dirty="0">
                <a:latin typeface="宋体" pitchFamily="2" charset="-122"/>
              </a:rPr>
              <a:t>a</a:t>
            </a:r>
            <a:r>
              <a:rPr lang="en-US" altLang="zh-CN" sz="3200" b="1" dirty="0">
                <a:latin typeface="Courier New"/>
              </a:rPr>
              <a:t>’</a:t>
            </a:r>
            <a:r>
              <a:rPr lang="zh-CN" altLang="en-US" sz="3200" b="1" dirty="0">
                <a:latin typeface="宋体" pitchFamily="2" charset="-122"/>
              </a:rPr>
              <a:t>与字符串常量</a:t>
            </a:r>
            <a:r>
              <a:rPr lang="en-US" altLang="zh-CN" sz="3200" b="1" dirty="0">
                <a:latin typeface="Times New Roman" pitchFamily="18" charset="0"/>
                <a:cs typeface="Times New Roman" pitchFamily="18" charset="0"/>
              </a:rPr>
              <a:t>”a”</a:t>
            </a:r>
            <a:r>
              <a:rPr lang="zh-CN" altLang="en-US" sz="3200" b="1" dirty="0">
                <a:latin typeface="宋体" pitchFamily="2" charset="-122"/>
              </a:rPr>
              <a:t>不同，如代码：</a:t>
            </a:r>
            <a:r>
              <a:rPr lang="en-US" altLang="zh-CN" sz="3200" b="1" dirty="0">
                <a:latin typeface="宋体" pitchFamily="2" charset="-122"/>
              </a:rPr>
              <a:t>char c=”</a:t>
            </a:r>
            <a:r>
              <a:rPr lang="en-US" altLang="zh-CN" sz="3200" b="1" dirty="0" err="1">
                <a:latin typeface="宋体" pitchFamily="2" charset="-122"/>
              </a:rPr>
              <a:t>a”是</a:t>
            </a:r>
            <a:r>
              <a:rPr lang="zh-CN" altLang="en-US" sz="3200" b="1" dirty="0">
                <a:latin typeface="宋体" pitchFamily="2" charset="-122"/>
              </a:rPr>
              <a:t>错误的。</a:t>
            </a:r>
          </a:p>
          <a:p>
            <a:pPr marL="0" indent="0" algn="just"/>
            <a:r>
              <a:rPr lang="zh-CN" altLang="en-US" sz="3200" b="1" dirty="0">
                <a:latin typeface="宋体" pitchFamily="2" charset="-122"/>
              </a:rPr>
              <a:t>字符型数据可与整型数据混合运算</a:t>
            </a:r>
            <a:endParaRPr lang="en-US" altLang="zh-CN" sz="3200" b="1" dirty="0">
              <a:latin typeface="宋体" pitchFamily="2" charset="-122"/>
            </a:endParaRPr>
          </a:p>
          <a:p>
            <a:pPr marL="0" indent="0" algn="just">
              <a:buNone/>
            </a:pPr>
            <a:r>
              <a:rPr lang="en-US" altLang="zh-CN" sz="3600" b="1" dirty="0">
                <a:solidFill>
                  <a:srgbClr val="0000FF"/>
                </a:solidFill>
                <a:latin typeface="宋体" pitchFamily="2" charset="-122"/>
              </a:rPr>
              <a:t> </a:t>
            </a:r>
            <a:r>
              <a:rPr lang="zh-CN" altLang="en-US" sz="3200" b="1" dirty="0">
                <a:latin typeface="宋体" pitchFamily="2" charset="-122"/>
              </a:rPr>
              <a:t>字符型数据以 </a:t>
            </a:r>
            <a:r>
              <a:rPr lang="en-US" altLang="zh-CN" sz="3200" b="1" dirty="0">
                <a:latin typeface="宋体" pitchFamily="2" charset="-122"/>
              </a:rPr>
              <a:t>ASCII </a:t>
            </a:r>
            <a:r>
              <a:rPr lang="zh-CN" altLang="en-US" sz="3200" b="1" dirty="0">
                <a:latin typeface="宋体" pitchFamily="2" charset="-122"/>
              </a:rPr>
              <a:t>代码的二进制形式存储，与整数的存储形式相类似。因此，在Ｃ程序中，字符型数据和整型数据之间可以</a:t>
            </a:r>
            <a:r>
              <a:rPr lang="zh-CN" altLang="en-US" sz="3200" b="1" dirty="0">
                <a:highlight>
                  <a:srgbClr val="FFFF00"/>
                </a:highlight>
                <a:latin typeface="宋体" pitchFamily="2" charset="-122"/>
              </a:rPr>
              <a:t>通用</a:t>
            </a:r>
            <a:r>
              <a:rPr lang="zh-CN" altLang="en-US" sz="3200" b="1" dirty="0">
                <a:latin typeface="宋体" pitchFamily="2" charset="-122"/>
              </a:rPr>
              <a:t>，字符型数据与整型数据可</a:t>
            </a:r>
            <a:r>
              <a:rPr lang="zh-CN" altLang="en-US" sz="3200" b="1" dirty="0">
                <a:highlight>
                  <a:srgbClr val="FFFF00"/>
                </a:highlight>
                <a:latin typeface="宋体" pitchFamily="2" charset="-122"/>
              </a:rPr>
              <a:t>混合运算</a:t>
            </a:r>
            <a:endParaRPr lang="zh-CN" altLang="en-US" sz="3600" b="1" dirty="0">
              <a:highlight>
                <a:srgbClr val="FFFF00"/>
              </a:highlight>
              <a:latin typeface="宋体" pitchFamily="2" charset="-122"/>
            </a:endParaRPr>
          </a:p>
        </p:txBody>
      </p:sp>
      <p:sp>
        <p:nvSpPr>
          <p:cNvPr id="22" name="灯片编号占位符 5"/>
          <p:cNvSpPr>
            <a:spLocks noGrp="1"/>
          </p:cNvSpPr>
          <p:nvPr>
            <p:ph type="sldNum" sz="quarter" idx="12"/>
          </p:nvPr>
        </p:nvSpPr>
        <p:spPr/>
        <p:txBody>
          <a:bodyPr/>
          <a:lstStyle/>
          <a:p>
            <a:fld id="{7B368CC9-3BCC-4C04-80B9-33DA8BE53268}" type="slidenum">
              <a:rPr lang="en-US" altLang="zh-CN"/>
              <a:pPr/>
              <a:t>25</a:t>
            </a:fld>
            <a:endParaRPr lang="en-US" altLang="zh-CN"/>
          </a:p>
        </p:txBody>
      </p:sp>
      <p:graphicFrame>
        <p:nvGraphicFramePr>
          <p:cNvPr id="477188" name="Group 4"/>
          <p:cNvGraphicFramePr>
            <a:graphicFrameLocks noGrp="1"/>
          </p:cNvGraphicFramePr>
          <p:nvPr>
            <p:extLst>
              <p:ext uri="{D42A27DB-BD31-4B8C-83A1-F6EECF244321}">
                <p14:modId xmlns:p14="http://schemas.microsoft.com/office/powerpoint/2010/main" val="1527555461"/>
              </p:ext>
            </p:extLst>
          </p:nvPr>
        </p:nvGraphicFramePr>
        <p:xfrm>
          <a:off x="4695406" y="1028691"/>
          <a:ext cx="3960438" cy="457200"/>
        </p:xfrm>
        <a:graphic>
          <a:graphicData uri="http://schemas.openxmlformats.org/drawingml/2006/table">
            <a:tbl>
              <a:tblPr/>
              <a:tblGrid>
                <a:gridCol w="661952">
                  <a:extLst>
                    <a:ext uri="{9D8B030D-6E8A-4147-A177-3AD203B41FA5}">
                      <a16:colId xmlns:a16="http://schemas.microsoft.com/office/drawing/2014/main" val="20000"/>
                    </a:ext>
                  </a:extLst>
                </a:gridCol>
                <a:gridCol w="695752">
                  <a:extLst>
                    <a:ext uri="{9D8B030D-6E8A-4147-A177-3AD203B41FA5}">
                      <a16:colId xmlns:a16="http://schemas.microsoft.com/office/drawing/2014/main" val="20001"/>
                    </a:ext>
                  </a:extLst>
                </a:gridCol>
                <a:gridCol w="566179">
                  <a:extLst>
                    <a:ext uri="{9D8B030D-6E8A-4147-A177-3AD203B41FA5}">
                      <a16:colId xmlns:a16="http://schemas.microsoft.com/office/drawing/2014/main" val="20002"/>
                    </a:ext>
                  </a:extLst>
                </a:gridCol>
                <a:gridCol w="566178">
                  <a:extLst>
                    <a:ext uri="{9D8B030D-6E8A-4147-A177-3AD203B41FA5}">
                      <a16:colId xmlns:a16="http://schemas.microsoft.com/office/drawing/2014/main" val="20003"/>
                    </a:ext>
                  </a:extLst>
                </a:gridCol>
                <a:gridCol w="676035">
                  <a:extLst>
                    <a:ext uri="{9D8B030D-6E8A-4147-A177-3AD203B41FA5}">
                      <a16:colId xmlns:a16="http://schemas.microsoft.com/office/drawing/2014/main" val="20004"/>
                    </a:ext>
                  </a:extLst>
                </a:gridCol>
                <a:gridCol w="794342">
                  <a:extLst>
                    <a:ext uri="{9D8B030D-6E8A-4147-A177-3AD203B41FA5}">
                      <a16:colId xmlns:a16="http://schemas.microsoft.com/office/drawing/2014/main" val="20005"/>
                    </a:ext>
                  </a:extLst>
                </a:gridCol>
              </a:tblGrid>
              <a:tr h="385192">
                <a:tc>
                  <a:txBody>
                    <a:bodyPr/>
                    <a:lstStyle/>
                    <a:p>
                      <a:pPr marL="0" marR="0" lvl="0" indent="0" algn="l" defTabSz="914400" rtl="0" eaLnBrk="1" fontAlgn="base" latinLnBrk="0" hangingPunct="1">
                        <a:lnSpc>
                          <a:spcPct val="100000"/>
                        </a:lnSpc>
                        <a:spcBef>
                          <a:spcPct val="20000"/>
                        </a:spcBef>
                        <a:spcAft>
                          <a:spcPct val="0"/>
                        </a:spcAft>
                        <a:buClr>
                          <a:schemeClr val="hlink"/>
                        </a:buClr>
                        <a:buSzPct val="50000"/>
                        <a:buFont typeface="Monotype Sorts" pitchFamily="2" charset="2"/>
                        <a:buNone/>
                        <a:tabLst/>
                      </a:pPr>
                      <a:r>
                        <a:rPr kumimoji="1" lang="en-US" altLang="zh-CN" sz="2400" b="0" i="0" u="none" strike="noStrike" cap="none" normalizeH="0" baseline="0" dirty="0">
                          <a:ln>
                            <a:noFill/>
                          </a:ln>
                          <a:solidFill>
                            <a:srgbClr val="FF3300"/>
                          </a:solidFill>
                          <a:effectLst/>
                          <a:latin typeface="Arial" charset="0"/>
                          <a:ea typeface="宋体" pitchFamily="2" charset="-122"/>
                        </a:rPr>
                        <a:t>C</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50000"/>
                        <a:buFont typeface="Monotype Sorts" pitchFamily="2" charset="2"/>
                        <a:buNone/>
                        <a:tabLst/>
                      </a:pPr>
                      <a:r>
                        <a:rPr kumimoji="1" lang="en-US" altLang="zh-CN" sz="2400" b="0" i="0" u="none" strike="noStrike" cap="none" normalizeH="0" baseline="0">
                          <a:ln>
                            <a:noFill/>
                          </a:ln>
                          <a:solidFill>
                            <a:srgbClr val="FF3300"/>
                          </a:solidFill>
                          <a:effectLst/>
                          <a:latin typeface="Arial" charset="0"/>
                          <a:ea typeface="宋体" pitchFamily="2" charset="-122"/>
                        </a:rPr>
                        <a:t>h</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50000"/>
                        <a:buFont typeface="Monotype Sorts" pitchFamily="2" charset="2"/>
                        <a:buNone/>
                        <a:tabLst/>
                      </a:pPr>
                      <a:r>
                        <a:rPr kumimoji="1" lang="en-US" altLang="zh-CN" sz="2400" b="0" i="0" u="none" strike="noStrike" cap="none" normalizeH="0" baseline="0">
                          <a:ln>
                            <a:noFill/>
                          </a:ln>
                          <a:solidFill>
                            <a:srgbClr val="FF3300"/>
                          </a:solidFill>
                          <a:effectLst/>
                          <a:latin typeface="Arial" charset="0"/>
                          <a:ea typeface="宋体" pitchFamily="2" charset="-122"/>
                        </a:rPr>
                        <a:t>i</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50000"/>
                        <a:buFont typeface="Monotype Sorts" pitchFamily="2" charset="2"/>
                        <a:buNone/>
                        <a:tabLst/>
                      </a:pPr>
                      <a:r>
                        <a:rPr kumimoji="1" lang="en-US" altLang="zh-CN" sz="2400" b="0" i="0" u="none" strike="noStrike" cap="none" normalizeH="0" baseline="0">
                          <a:ln>
                            <a:noFill/>
                          </a:ln>
                          <a:solidFill>
                            <a:srgbClr val="FF3300"/>
                          </a:solidFill>
                          <a:effectLst/>
                          <a:latin typeface="Arial" charset="0"/>
                          <a:ea typeface="宋体" pitchFamily="2" charset="-122"/>
                        </a:rPr>
                        <a:t>n</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50000"/>
                        <a:buFont typeface="Monotype Sorts" pitchFamily="2" charset="2"/>
                        <a:buNone/>
                        <a:tabLst/>
                      </a:pPr>
                      <a:r>
                        <a:rPr kumimoji="1" lang="en-US" altLang="zh-CN" sz="2400" b="0" i="0" u="none" strike="noStrike" cap="none" normalizeH="0" baseline="0" dirty="0">
                          <a:ln>
                            <a:noFill/>
                          </a:ln>
                          <a:solidFill>
                            <a:srgbClr val="FF3300"/>
                          </a:solidFill>
                          <a:effectLst/>
                          <a:latin typeface="Arial" charset="0"/>
                          <a:ea typeface="宋体" pitchFamily="2" charset="-122"/>
                        </a:rPr>
                        <a:t>a</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50000"/>
                        <a:buFont typeface="Monotype Sorts" pitchFamily="2" charset="2"/>
                        <a:buNone/>
                        <a:tabLst/>
                      </a:pPr>
                      <a:r>
                        <a:rPr kumimoji="1" lang="en-US" altLang="zh-CN" sz="2400" b="0" i="0" u="none" strike="noStrike" cap="none" normalizeH="0" baseline="0" dirty="0">
                          <a:ln>
                            <a:noFill/>
                          </a:ln>
                          <a:solidFill>
                            <a:srgbClr val="FF3300"/>
                          </a:solidFill>
                          <a:effectLst/>
                          <a:latin typeface="Arial" charset="0"/>
                          <a:ea typeface="宋体" pitchFamily="2" charset="-122"/>
                        </a:rPr>
                        <a:t>0|\0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Tree>
  </p:cSld>
  <p:clrMapOvr>
    <a:masterClrMapping/>
  </p:clrMapOvr>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8211" name="Rectangle 3"/>
          <p:cNvSpPr>
            <a:spLocks noGrp="1" noChangeArrowheads="1"/>
          </p:cNvSpPr>
          <p:nvPr>
            <p:ph type="title"/>
          </p:nvPr>
        </p:nvSpPr>
        <p:spPr>
          <a:xfrm>
            <a:off x="316707" y="188640"/>
            <a:ext cx="8532812" cy="792162"/>
          </a:xfrm>
        </p:spPr>
        <p:txBody>
          <a:bodyPr/>
          <a:lstStyle/>
          <a:p>
            <a:r>
              <a:rPr lang="en-US" altLang="zh-CN" sz="3600" b="0" dirty="0">
                <a:solidFill>
                  <a:schemeClr val="tx1"/>
                </a:solidFill>
                <a:latin typeface="黑体" pitchFamily="2" charset="-122"/>
                <a:ea typeface="黑体" pitchFamily="2" charset="-122"/>
              </a:rPr>
              <a:t>【</a:t>
            </a:r>
            <a:r>
              <a:rPr lang="zh-CN" altLang="en-US" sz="3600" b="0" dirty="0">
                <a:solidFill>
                  <a:schemeClr val="tx1"/>
                </a:solidFill>
                <a:latin typeface="黑体" pitchFamily="2" charset="-122"/>
                <a:ea typeface="黑体" pitchFamily="2" charset="-122"/>
              </a:rPr>
              <a:t>例</a:t>
            </a:r>
            <a:r>
              <a:rPr lang="en-US" altLang="zh-CN" sz="3600" b="0" dirty="0">
                <a:solidFill>
                  <a:schemeClr val="tx1"/>
                </a:solidFill>
                <a:latin typeface="黑体" pitchFamily="2" charset="-122"/>
                <a:ea typeface="黑体" pitchFamily="2" charset="-122"/>
              </a:rPr>
              <a:t>2.1】</a:t>
            </a:r>
            <a:r>
              <a:rPr lang="zh-CN" altLang="en-US" sz="3600" b="0" dirty="0">
                <a:solidFill>
                  <a:schemeClr val="tx1"/>
                </a:solidFill>
                <a:latin typeface="黑体" pitchFamily="2" charset="-122"/>
                <a:ea typeface="黑体" pitchFamily="2" charset="-122"/>
              </a:rPr>
              <a:t>字符型数据与整型数据通用</a:t>
            </a:r>
            <a:r>
              <a:rPr lang="zh-CN" altLang="en-US" sz="3600" b="0" dirty="0">
                <a:solidFill>
                  <a:schemeClr val="tx1"/>
                </a:solidFill>
                <a:latin typeface="宋体" pitchFamily="2" charset="-122"/>
              </a:rPr>
              <a:t>。</a:t>
            </a:r>
          </a:p>
        </p:txBody>
      </p:sp>
      <p:sp>
        <p:nvSpPr>
          <p:cNvPr id="478210" name="Rectangle 2"/>
          <p:cNvSpPr>
            <a:spLocks noGrp="1" noChangeArrowheads="1"/>
          </p:cNvSpPr>
          <p:nvPr>
            <p:ph idx="1"/>
          </p:nvPr>
        </p:nvSpPr>
        <p:spPr>
          <a:xfrm>
            <a:off x="468313" y="1125538"/>
            <a:ext cx="8229600" cy="5400675"/>
          </a:xfrm>
        </p:spPr>
        <p:txBody>
          <a:bodyPr/>
          <a:lstStyle/>
          <a:p>
            <a:pPr algn="just">
              <a:buFont typeface="Monotype Sorts" pitchFamily="2" charset="2"/>
              <a:buNone/>
            </a:pPr>
            <a:r>
              <a:rPr lang="en-US" altLang="zh-CN" b="1" dirty="0">
                <a:effectLst>
                  <a:outerShdw blurRad="38100" dist="38100" dir="2700000" algn="tl">
                    <a:srgbClr val="000000"/>
                  </a:outerShdw>
                </a:effectLst>
                <a:latin typeface="宋体" pitchFamily="2" charset="-122"/>
              </a:rPr>
              <a:t>#include  &lt;</a:t>
            </a:r>
            <a:r>
              <a:rPr lang="en-US" altLang="zh-CN" b="1" dirty="0" err="1">
                <a:effectLst>
                  <a:outerShdw blurRad="38100" dist="38100" dir="2700000" algn="tl">
                    <a:srgbClr val="000000"/>
                  </a:outerShdw>
                </a:effectLst>
                <a:latin typeface="宋体" pitchFamily="2" charset="-122"/>
              </a:rPr>
              <a:t>stdio.h</a:t>
            </a:r>
            <a:r>
              <a:rPr lang="en-US" altLang="zh-CN" b="1" dirty="0">
                <a:effectLst>
                  <a:outerShdw blurRad="38100" dist="38100" dir="2700000" algn="tl">
                    <a:srgbClr val="000000"/>
                  </a:outerShdw>
                </a:effectLst>
                <a:latin typeface="宋体" pitchFamily="2" charset="-122"/>
              </a:rPr>
              <a:t>&gt;</a:t>
            </a:r>
          </a:p>
          <a:p>
            <a:pPr algn="just">
              <a:spcBef>
                <a:spcPct val="10000"/>
              </a:spcBef>
              <a:buFont typeface="Monotype Sorts" pitchFamily="2" charset="2"/>
              <a:buNone/>
            </a:pPr>
            <a:r>
              <a:rPr lang="en-US" altLang="zh-CN" b="1" dirty="0">
                <a:effectLst>
                  <a:outerShdw blurRad="38100" dist="38100" dir="2700000" algn="tl">
                    <a:srgbClr val="000000"/>
                  </a:outerShdw>
                </a:effectLst>
                <a:latin typeface="宋体" pitchFamily="2" charset="-122"/>
              </a:rPr>
              <a:t>void main()</a:t>
            </a:r>
          </a:p>
          <a:p>
            <a:pPr algn="just">
              <a:spcBef>
                <a:spcPct val="10000"/>
              </a:spcBef>
              <a:buFont typeface="Monotype Sorts" pitchFamily="2" charset="2"/>
              <a:buNone/>
            </a:pPr>
            <a:r>
              <a:rPr lang="en-US" altLang="zh-CN" b="1" dirty="0">
                <a:effectLst>
                  <a:outerShdw blurRad="38100" dist="38100" dir="2700000" algn="tl">
                    <a:srgbClr val="000000"/>
                  </a:outerShdw>
                </a:effectLst>
                <a:latin typeface="宋体" pitchFamily="2" charset="-122"/>
              </a:rPr>
              <a:t>{  char c1, c2; /* </a:t>
            </a:r>
            <a:r>
              <a:rPr lang="zh-CN" altLang="en-US" b="1" dirty="0">
                <a:effectLst>
                  <a:outerShdw blurRad="38100" dist="38100" dir="2700000" algn="tl">
                    <a:srgbClr val="000000"/>
                  </a:outerShdw>
                </a:effectLst>
                <a:latin typeface="宋体" pitchFamily="2" charset="-122"/>
              </a:rPr>
              <a:t>定义两个字符型变量    *</a:t>
            </a:r>
            <a:r>
              <a:rPr lang="en-US" altLang="zh-CN" b="1" dirty="0">
                <a:effectLst>
                  <a:outerShdw blurRad="38100" dist="38100" dir="2700000" algn="tl">
                    <a:srgbClr val="000000"/>
                  </a:outerShdw>
                </a:effectLst>
                <a:latin typeface="宋体" pitchFamily="2" charset="-122"/>
              </a:rPr>
              <a:t>/</a:t>
            </a:r>
          </a:p>
          <a:p>
            <a:pPr algn="just">
              <a:spcBef>
                <a:spcPct val="10000"/>
              </a:spcBef>
              <a:buFont typeface="Monotype Sorts" pitchFamily="2" charset="2"/>
              <a:buNone/>
            </a:pPr>
            <a:r>
              <a:rPr lang="en-US" altLang="zh-CN" b="1" dirty="0">
                <a:effectLst>
                  <a:outerShdw blurRad="38100" dist="38100" dir="2700000" algn="tl">
                    <a:srgbClr val="000000"/>
                  </a:outerShdw>
                </a:effectLst>
                <a:latin typeface="宋体" pitchFamily="2" charset="-122"/>
              </a:rPr>
              <a:t>   </a:t>
            </a:r>
            <a:r>
              <a:rPr lang="en-US" altLang="zh-CN" b="1" dirty="0">
                <a:effectLst>
                  <a:outerShdw blurRad="38100" dist="38100" dir="2700000" algn="tl">
                    <a:srgbClr val="000000"/>
                  </a:outerShdw>
                </a:effectLst>
                <a:highlight>
                  <a:srgbClr val="FFFF00"/>
                </a:highlight>
                <a:latin typeface="宋体" pitchFamily="2" charset="-122"/>
              </a:rPr>
              <a:t>c1 = 97</a:t>
            </a:r>
            <a:r>
              <a:rPr lang="en-US" altLang="zh-CN" b="1" dirty="0">
                <a:effectLst>
                  <a:outerShdw blurRad="38100" dist="38100" dir="2700000" algn="tl">
                    <a:srgbClr val="000000"/>
                  </a:outerShdw>
                </a:effectLst>
                <a:latin typeface="宋体" pitchFamily="2" charset="-122"/>
              </a:rPr>
              <a:t>;    /* </a:t>
            </a:r>
            <a:r>
              <a:rPr lang="en-US" altLang="zh-CN" b="1" dirty="0">
                <a:effectLst>
                  <a:outerShdw blurRad="38100" dist="38100" dir="2700000" algn="tl">
                    <a:srgbClr val="000000"/>
                  </a:outerShdw>
                </a:effectLst>
                <a:latin typeface="Courier New"/>
              </a:rPr>
              <a:t>’</a:t>
            </a:r>
            <a:r>
              <a:rPr lang="en-US" altLang="zh-CN" b="1" dirty="0">
                <a:effectLst>
                  <a:outerShdw blurRad="38100" dist="38100" dir="2700000" algn="tl">
                    <a:srgbClr val="000000"/>
                  </a:outerShdw>
                </a:effectLst>
                <a:latin typeface="宋体" pitchFamily="2" charset="-122"/>
              </a:rPr>
              <a:t>a</a:t>
            </a:r>
            <a:r>
              <a:rPr lang="en-US" altLang="zh-CN" b="1" dirty="0">
                <a:effectLst>
                  <a:outerShdw blurRad="38100" dist="38100" dir="2700000" algn="tl">
                    <a:srgbClr val="000000"/>
                  </a:outerShdw>
                </a:effectLst>
                <a:latin typeface="Courier New"/>
              </a:rPr>
              <a:t>’</a:t>
            </a:r>
            <a:r>
              <a:rPr lang="zh-CN" altLang="en-US" b="1" dirty="0">
                <a:effectLst>
                  <a:outerShdw blurRad="38100" dist="38100" dir="2700000" algn="tl">
                    <a:srgbClr val="000000"/>
                  </a:outerShdw>
                </a:effectLst>
                <a:latin typeface="宋体" pitchFamily="2" charset="-122"/>
              </a:rPr>
              <a:t>的 </a:t>
            </a:r>
            <a:r>
              <a:rPr lang="en-US" altLang="zh-CN" b="1" dirty="0">
                <a:effectLst>
                  <a:outerShdw blurRad="38100" dist="38100" dir="2700000" algn="tl">
                    <a:srgbClr val="000000"/>
                  </a:outerShdw>
                </a:effectLst>
                <a:latin typeface="宋体" pitchFamily="2" charset="-122"/>
              </a:rPr>
              <a:t>ASCII </a:t>
            </a:r>
            <a:r>
              <a:rPr lang="zh-CN" altLang="en-US" b="1" dirty="0">
                <a:effectLst>
                  <a:outerShdw blurRad="38100" dist="38100" dir="2700000" algn="tl">
                    <a:srgbClr val="000000"/>
                  </a:outerShdw>
                </a:effectLst>
                <a:latin typeface="宋体" pitchFamily="2" charset="-122"/>
              </a:rPr>
              <a:t>码值为 </a:t>
            </a:r>
            <a:r>
              <a:rPr lang="en-US" altLang="zh-CN" b="1" dirty="0">
                <a:effectLst>
                  <a:outerShdw blurRad="38100" dist="38100" dir="2700000" algn="tl">
                    <a:srgbClr val="000000"/>
                  </a:outerShdw>
                </a:effectLst>
                <a:latin typeface="宋体" pitchFamily="2" charset="-122"/>
              </a:rPr>
              <a:t>97  */</a:t>
            </a:r>
          </a:p>
          <a:p>
            <a:pPr algn="just">
              <a:spcBef>
                <a:spcPct val="10000"/>
              </a:spcBef>
              <a:buFont typeface="Monotype Sorts" pitchFamily="2" charset="2"/>
              <a:buNone/>
            </a:pPr>
            <a:r>
              <a:rPr lang="en-US" altLang="zh-CN" b="1" dirty="0">
                <a:effectLst>
                  <a:outerShdw blurRad="38100" dist="38100" dir="2700000" algn="tl">
                    <a:srgbClr val="000000"/>
                  </a:outerShdw>
                </a:effectLst>
                <a:latin typeface="宋体" pitchFamily="2" charset="-122"/>
              </a:rPr>
              <a:t>   c2 = c1</a:t>
            </a:r>
            <a:r>
              <a:rPr lang="en-US" altLang="zh-CN" b="1" dirty="0">
                <a:effectLst>
                  <a:outerShdw blurRad="38100" dist="38100" dir="2700000" algn="tl">
                    <a:srgbClr val="000000"/>
                  </a:outerShdw>
                </a:effectLst>
                <a:highlight>
                  <a:srgbClr val="FFFF00"/>
                </a:highlight>
                <a:latin typeface="宋体" pitchFamily="2" charset="-122"/>
              </a:rPr>
              <a:t>+</a:t>
            </a:r>
            <a:r>
              <a:rPr lang="en-US" altLang="zh-CN" b="1" dirty="0">
                <a:effectLst>
                  <a:outerShdw blurRad="38100" dist="38100" dir="2700000" algn="tl">
                    <a:srgbClr val="000000"/>
                  </a:outerShdw>
                </a:effectLst>
                <a:latin typeface="宋体" pitchFamily="2" charset="-122"/>
              </a:rPr>
              <a:t>1; /* </a:t>
            </a:r>
            <a:r>
              <a:rPr lang="zh-CN" altLang="en-US" b="1" dirty="0">
                <a:effectLst>
                  <a:outerShdw blurRad="38100" dist="38100" dir="2700000" algn="tl">
                    <a:srgbClr val="000000"/>
                  </a:outerShdw>
                </a:effectLst>
                <a:latin typeface="宋体" pitchFamily="2" charset="-122"/>
              </a:rPr>
              <a:t>字符型与整型数据混合运算 *</a:t>
            </a:r>
            <a:r>
              <a:rPr lang="en-US" altLang="zh-CN" b="1" dirty="0">
                <a:effectLst>
                  <a:outerShdw blurRad="38100" dist="38100" dir="2700000" algn="tl">
                    <a:srgbClr val="000000"/>
                  </a:outerShdw>
                </a:effectLst>
                <a:latin typeface="宋体" pitchFamily="2" charset="-122"/>
              </a:rPr>
              <a:t>/</a:t>
            </a:r>
          </a:p>
          <a:p>
            <a:pPr algn="just">
              <a:spcBef>
                <a:spcPct val="10000"/>
              </a:spcBef>
              <a:buFont typeface="Monotype Sorts" pitchFamily="2" charset="2"/>
              <a:buNone/>
            </a:pPr>
            <a:r>
              <a:rPr lang="en-US" altLang="zh-CN" b="1" dirty="0">
                <a:effectLst>
                  <a:outerShdw blurRad="38100" dist="38100" dir="2700000" algn="tl">
                    <a:srgbClr val="000000"/>
                  </a:outerShdw>
                </a:effectLst>
                <a:latin typeface="宋体" pitchFamily="2" charset="-122"/>
              </a:rPr>
              <a:t>   </a:t>
            </a:r>
            <a:r>
              <a:rPr lang="en-US" altLang="zh-CN" b="1" dirty="0" err="1">
                <a:effectLst>
                  <a:outerShdw blurRad="38100" dist="38100" dir="2700000" algn="tl">
                    <a:srgbClr val="000000"/>
                  </a:outerShdw>
                </a:effectLst>
                <a:latin typeface="宋体" pitchFamily="2" charset="-122"/>
              </a:rPr>
              <a:t>printf</a:t>
            </a:r>
            <a:r>
              <a:rPr lang="en-US" altLang="zh-CN" b="1" dirty="0">
                <a:effectLst>
                  <a:outerShdw blurRad="38100" dist="38100" dir="2700000" algn="tl">
                    <a:srgbClr val="000000"/>
                  </a:outerShdw>
                </a:effectLst>
                <a:latin typeface="宋体" pitchFamily="2" charset="-122"/>
              </a:rPr>
              <a:t>("c1 = %c, c2 = </a:t>
            </a:r>
            <a:r>
              <a:rPr lang="en-US" altLang="zh-CN" b="1" dirty="0">
                <a:effectLst>
                  <a:outerShdw blurRad="38100" dist="38100" dir="2700000" algn="tl">
                    <a:srgbClr val="000000"/>
                  </a:outerShdw>
                </a:effectLst>
                <a:highlight>
                  <a:srgbClr val="FFFF00"/>
                </a:highlight>
                <a:latin typeface="宋体" pitchFamily="2" charset="-122"/>
              </a:rPr>
              <a:t>%c</a:t>
            </a:r>
            <a:r>
              <a:rPr lang="en-US" altLang="zh-CN" b="1" dirty="0">
                <a:effectLst>
                  <a:outerShdw blurRad="38100" dist="38100" dir="2700000" algn="tl">
                    <a:srgbClr val="000000"/>
                  </a:outerShdw>
                </a:effectLst>
                <a:latin typeface="宋体" pitchFamily="2" charset="-122"/>
              </a:rPr>
              <a:t>\n", c1, c2);</a:t>
            </a:r>
          </a:p>
          <a:p>
            <a:pPr algn="just">
              <a:spcBef>
                <a:spcPct val="10000"/>
              </a:spcBef>
              <a:buFont typeface="Monotype Sorts" pitchFamily="2" charset="2"/>
              <a:buNone/>
            </a:pPr>
            <a:r>
              <a:rPr lang="en-US" altLang="zh-CN" b="1" dirty="0">
                <a:effectLst>
                  <a:outerShdw blurRad="38100" dist="38100" dir="2700000" algn="tl">
                    <a:srgbClr val="000000"/>
                  </a:outerShdw>
                </a:effectLst>
                <a:latin typeface="宋体" pitchFamily="2" charset="-122"/>
              </a:rPr>
              <a:t>   </a:t>
            </a:r>
            <a:r>
              <a:rPr lang="en-US" altLang="zh-CN" b="1" dirty="0" err="1">
                <a:effectLst>
                  <a:outerShdw blurRad="38100" dist="38100" dir="2700000" algn="tl">
                    <a:srgbClr val="000000"/>
                  </a:outerShdw>
                </a:effectLst>
                <a:latin typeface="宋体" pitchFamily="2" charset="-122"/>
              </a:rPr>
              <a:t>printf</a:t>
            </a:r>
            <a:r>
              <a:rPr lang="en-US" altLang="zh-CN" b="1" dirty="0">
                <a:effectLst>
                  <a:outerShdw blurRad="38100" dist="38100" dir="2700000" algn="tl">
                    <a:srgbClr val="000000"/>
                  </a:outerShdw>
                </a:effectLst>
                <a:latin typeface="宋体" pitchFamily="2" charset="-122"/>
              </a:rPr>
              <a:t>("%</a:t>
            </a:r>
            <a:r>
              <a:rPr lang="en-US" altLang="zh-CN" b="1" dirty="0" err="1">
                <a:effectLst>
                  <a:outerShdw blurRad="38100" dist="38100" dir="2700000" algn="tl">
                    <a:srgbClr val="000000"/>
                  </a:outerShdw>
                </a:effectLst>
                <a:latin typeface="宋体" pitchFamily="2" charset="-122"/>
              </a:rPr>
              <a:t>c's</a:t>
            </a:r>
            <a:r>
              <a:rPr lang="en-US" altLang="zh-CN" b="1" dirty="0">
                <a:effectLst>
                  <a:outerShdw blurRad="38100" dist="38100" dir="2700000" algn="tl">
                    <a:srgbClr val="000000"/>
                  </a:outerShdw>
                </a:effectLst>
                <a:latin typeface="宋体" pitchFamily="2" charset="-122"/>
              </a:rPr>
              <a:t> ASCII code = </a:t>
            </a:r>
            <a:r>
              <a:rPr lang="en-US" altLang="zh-CN" b="1" dirty="0">
                <a:effectLst>
                  <a:outerShdw blurRad="38100" dist="38100" dir="2700000" algn="tl">
                    <a:srgbClr val="000000"/>
                  </a:outerShdw>
                </a:effectLst>
                <a:highlight>
                  <a:srgbClr val="FFFF00"/>
                </a:highlight>
                <a:latin typeface="宋体" pitchFamily="2" charset="-122"/>
              </a:rPr>
              <a:t>%d</a:t>
            </a:r>
            <a:r>
              <a:rPr lang="en-US" altLang="zh-CN" b="1" dirty="0">
                <a:effectLst>
                  <a:outerShdw blurRad="38100" dist="38100" dir="2700000" algn="tl">
                    <a:srgbClr val="000000"/>
                  </a:outerShdw>
                </a:effectLst>
                <a:latin typeface="宋体" pitchFamily="2" charset="-122"/>
              </a:rPr>
              <a:t>\n", c2, c2);</a:t>
            </a:r>
          </a:p>
          <a:p>
            <a:pPr algn="just">
              <a:spcBef>
                <a:spcPct val="10000"/>
              </a:spcBef>
              <a:buFont typeface="Monotype Sorts" pitchFamily="2" charset="2"/>
              <a:buNone/>
            </a:pPr>
            <a:r>
              <a:rPr lang="en-US" altLang="zh-CN" b="1" dirty="0">
                <a:effectLst>
                  <a:outerShdw blurRad="38100" dist="38100" dir="2700000" algn="tl">
                    <a:srgbClr val="000000"/>
                  </a:outerShdw>
                </a:effectLst>
                <a:latin typeface="宋体" pitchFamily="2" charset="-122"/>
              </a:rPr>
              <a:t> }</a:t>
            </a:r>
          </a:p>
          <a:p>
            <a:pPr algn="just">
              <a:spcBef>
                <a:spcPct val="10000"/>
              </a:spcBef>
              <a:buFont typeface="Monotype Sorts" pitchFamily="2" charset="2"/>
              <a:buNone/>
            </a:pPr>
            <a:r>
              <a:rPr lang="zh-CN" altLang="en-US" b="1" dirty="0">
                <a:solidFill>
                  <a:srgbClr val="0000FF"/>
                </a:solidFill>
                <a:effectLst>
                  <a:outerShdw blurRad="38100" dist="38100" dir="2700000" algn="tl">
                    <a:srgbClr val="000000"/>
                  </a:outerShdw>
                </a:effectLst>
                <a:latin typeface="宋体" pitchFamily="2" charset="-122"/>
              </a:rPr>
              <a:t>程序输出：</a:t>
            </a:r>
          </a:p>
          <a:p>
            <a:pPr algn="just">
              <a:spcBef>
                <a:spcPct val="10000"/>
              </a:spcBef>
              <a:buFont typeface="Monotype Sorts" pitchFamily="2" charset="2"/>
              <a:buNone/>
            </a:pPr>
            <a:r>
              <a:rPr lang="zh-CN" altLang="en-US" b="1" dirty="0">
                <a:effectLst>
                  <a:outerShdw blurRad="38100" dist="38100" dir="2700000" algn="tl">
                    <a:srgbClr val="000000"/>
                  </a:outerShdw>
                </a:effectLst>
                <a:latin typeface="宋体" pitchFamily="2" charset="-122"/>
              </a:rPr>
              <a:t>    </a:t>
            </a:r>
            <a:r>
              <a:rPr lang="en-US" altLang="zh-CN" b="1" dirty="0">
                <a:effectLst>
                  <a:outerShdw blurRad="38100" dist="38100" dir="2700000" algn="tl">
                    <a:srgbClr val="000000"/>
                  </a:outerShdw>
                </a:effectLst>
                <a:latin typeface="宋体" pitchFamily="2" charset="-122"/>
              </a:rPr>
              <a:t>c1 = a, c2 = b</a:t>
            </a:r>
          </a:p>
          <a:p>
            <a:pPr algn="just">
              <a:spcBef>
                <a:spcPct val="10000"/>
              </a:spcBef>
              <a:buFont typeface="Monotype Sorts" pitchFamily="2" charset="2"/>
              <a:buNone/>
            </a:pPr>
            <a:r>
              <a:rPr lang="en-US" altLang="zh-CN" b="1" dirty="0">
                <a:effectLst>
                  <a:outerShdw blurRad="38100" dist="38100" dir="2700000" algn="tl">
                    <a:srgbClr val="000000"/>
                  </a:outerShdw>
                </a:effectLst>
                <a:latin typeface="宋体" pitchFamily="2" charset="-122"/>
              </a:rPr>
              <a:t>    </a:t>
            </a:r>
            <a:r>
              <a:rPr lang="en-US" altLang="zh-CN" b="1" dirty="0" err="1">
                <a:effectLst>
                  <a:outerShdw blurRad="38100" dist="38100" dir="2700000" algn="tl">
                    <a:srgbClr val="000000"/>
                  </a:outerShdw>
                </a:effectLst>
                <a:latin typeface="宋体" pitchFamily="2" charset="-122"/>
              </a:rPr>
              <a:t>b's</a:t>
            </a:r>
            <a:r>
              <a:rPr lang="en-US" altLang="zh-CN" b="1" dirty="0">
                <a:effectLst>
                  <a:outerShdw blurRad="38100" dist="38100" dir="2700000" algn="tl">
                    <a:srgbClr val="000000"/>
                  </a:outerShdw>
                </a:effectLst>
                <a:latin typeface="宋体" pitchFamily="2" charset="-122"/>
              </a:rPr>
              <a:t> ASCII code = 98</a:t>
            </a:r>
          </a:p>
        </p:txBody>
      </p:sp>
      <p:sp>
        <p:nvSpPr>
          <p:cNvPr id="7" name="灯片编号占位符 5"/>
          <p:cNvSpPr>
            <a:spLocks noGrp="1"/>
          </p:cNvSpPr>
          <p:nvPr>
            <p:ph type="sldNum" sz="quarter" idx="12"/>
          </p:nvPr>
        </p:nvSpPr>
        <p:spPr/>
        <p:txBody>
          <a:bodyPr/>
          <a:lstStyle/>
          <a:p>
            <a:fld id="{5C64737C-6A14-4D06-9917-76838D304F02}" type="slidenum">
              <a:rPr lang="en-US" altLang="zh-CN"/>
              <a:pPr/>
              <a:t>26</a:t>
            </a:fld>
            <a:endParaRPr lang="en-US" altLang="zh-CN"/>
          </a:p>
        </p:txBody>
      </p:sp>
    </p:spTree>
  </p:cSld>
  <p:clrMapOvr>
    <a:masterClrMapping/>
  </p:clrMapOvr>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a:xfrm>
            <a:off x="323528" y="260648"/>
            <a:ext cx="8229600" cy="1143000"/>
          </a:xfrm>
        </p:spPr>
        <p:txBody>
          <a:bodyPr/>
          <a:lstStyle/>
          <a:p>
            <a:r>
              <a:rPr lang="zh-CN" altLang="en-US" dirty="0"/>
              <a:t>输出用户输入字符的</a:t>
            </a:r>
            <a:r>
              <a:rPr lang="en-US" altLang="zh-CN" dirty="0" err="1"/>
              <a:t>ascii</a:t>
            </a:r>
            <a:r>
              <a:rPr lang="zh-CN" altLang="en-US" dirty="0"/>
              <a:t>码</a:t>
            </a:r>
          </a:p>
        </p:txBody>
      </p:sp>
      <p:sp>
        <p:nvSpPr>
          <p:cNvPr id="3" name="内容占位符 2"/>
          <p:cNvSpPr>
            <a:spLocks noGrp="1"/>
          </p:cNvSpPr>
          <p:nvPr>
            <p:ph idx="1"/>
          </p:nvPr>
        </p:nvSpPr>
        <p:spPr/>
        <p:txBody>
          <a:bodyPr>
            <a:normAutofit fontScale="92500" lnSpcReduction="20000"/>
          </a:bodyPr>
          <a:lstStyle/>
          <a:p>
            <a:pPr>
              <a:buNone/>
            </a:pPr>
            <a:r>
              <a:rPr lang="en-US" altLang="zh-CN" dirty="0"/>
              <a:t>void main()</a:t>
            </a:r>
          </a:p>
          <a:p>
            <a:pPr>
              <a:buNone/>
            </a:pPr>
            <a:r>
              <a:rPr lang="en-US" altLang="zh-CN" dirty="0"/>
              <a:t>{</a:t>
            </a:r>
          </a:p>
          <a:p>
            <a:pPr>
              <a:buNone/>
            </a:pPr>
            <a:r>
              <a:rPr lang="en-US" altLang="zh-CN" dirty="0"/>
              <a:t>	char c1;</a:t>
            </a:r>
          </a:p>
          <a:p>
            <a:pPr>
              <a:buNone/>
            </a:pPr>
            <a:r>
              <a:rPr lang="en-US" altLang="zh-CN" dirty="0"/>
              <a:t>	</a:t>
            </a:r>
            <a:r>
              <a:rPr lang="en-US" altLang="zh-CN" dirty="0" err="1"/>
              <a:t>printf</a:t>
            </a:r>
            <a:r>
              <a:rPr lang="en-US" altLang="zh-CN" dirty="0"/>
              <a:t>("Input a key; press 'a' to terminate\n");</a:t>
            </a:r>
          </a:p>
          <a:p>
            <a:pPr>
              <a:buNone/>
            </a:pPr>
            <a:r>
              <a:rPr lang="en-US" altLang="zh-CN" dirty="0"/>
              <a:t>    </a:t>
            </a:r>
            <a:r>
              <a:rPr lang="en-US" altLang="zh-CN" dirty="0">
                <a:solidFill>
                  <a:srgbClr val="FF0000"/>
                </a:solidFill>
              </a:rPr>
              <a:t>while(1)</a:t>
            </a:r>
          </a:p>
          <a:p>
            <a:pPr>
              <a:buNone/>
            </a:pPr>
            <a:r>
              <a:rPr lang="en-US" altLang="zh-CN" dirty="0"/>
              <a:t>	{</a:t>
            </a:r>
          </a:p>
          <a:p>
            <a:pPr>
              <a:buNone/>
            </a:pPr>
            <a:r>
              <a:rPr lang="en-US" altLang="zh-CN" dirty="0"/>
              <a:t>	    	</a:t>
            </a:r>
            <a:r>
              <a:rPr lang="en-US" altLang="zh-CN" dirty="0" err="1"/>
              <a:t>scanf</a:t>
            </a:r>
            <a:r>
              <a:rPr lang="en-US" altLang="zh-CN" dirty="0"/>
              <a:t>(" %c",</a:t>
            </a:r>
            <a:r>
              <a:rPr lang="en-US" altLang="zh-CN" dirty="0">
                <a:highlight>
                  <a:srgbClr val="FFFF00"/>
                </a:highlight>
              </a:rPr>
              <a:t>&amp;</a:t>
            </a:r>
            <a:r>
              <a:rPr lang="en-US" altLang="zh-CN" dirty="0"/>
              <a:t>c1);</a:t>
            </a:r>
          </a:p>
          <a:p>
            <a:pPr>
              <a:buNone/>
            </a:pPr>
            <a:r>
              <a:rPr lang="en-US" altLang="zh-CN" dirty="0"/>
              <a:t>		if (c1</a:t>
            </a:r>
            <a:r>
              <a:rPr lang="en-US" altLang="zh-CN" dirty="0">
                <a:highlight>
                  <a:srgbClr val="FFFF00"/>
                </a:highlight>
              </a:rPr>
              <a:t>==</a:t>
            </a:r>
            <a:r>
              <a:rPr lang="en-US" altLang="zh-CN" dirty="0"/>
              <a:t>'a') </a:t>
            </a:r>
            <a:r>
              <a:rPr lang="en-US" altLang="zh-CN" dirty="0">
                <a:solidFill>
                  <a:srgbClr val="FF0000"/>
                </a:solidFill>
              </a:rPr>
              <a:t>break</a:t>
            </a:r>
            <a:r>
              <a:rPr lang="en-US" altLang="zh-CN" dirty="0"/>
              <a:t>;</a:t>
            </a:r>
          </a:p>
          <a:p>
            <a:pPr>
              <a:buNone/>
            </a:pPr>
            <a:r>
              <a:rPr lang="en-US" altLang="zh-CN" dirty="0"/>
              <a:t>		</a:t>
            </a:r>
            <a:r>
              <a:rPr lang="en-US" altLang="zh-CN" dirty="0" err="1"/>
              <a:t>printf</a:t>
            </a:r>
            <a:r>
              <a:rPr lang="en-US" altLang="zh-CN" dirty="0"/>
              <a:t>("The </a:t>
            </a:r>
            <a:r>
              <a:rPr lang="en-US" altLang="zh-CN" dirty="0" err="1"/>
              <a:t>ascii</a:t>
            </a:r>
            <a:r>
              <a:rPr lang="en-US" altLang="zh-CN" dirty="0"/>
              <a:t> code of %c is %d\n", c1,c1);</a:t>
            </a:r>
          </a:p>
          <a:p>
            <a:pPr>
              <a:buNone/>
            </a:pPr>
            <a:r>
              <a:rPr lang="en-US" altLang="zh-CN" dirty="0"/>
              <a:t>	}</a:t>
            </a:r>
          </a:p>
          <a:p>
            <a:pPr>
              <a:buNone/>
            </a:pPr>
            <a:r>
              <a:rPr lang="en-US" altLang="zh-CN" dirty="0"/>
              <a:t>}</a:t>
            </a:r>
            <a:endParaRPr lang="zh-CN" altLang="en-US"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068728"/>
          </a:xfrm>
        </p:spPr>
        <p:txBody>
          <a:bodyPr>
            <a:normAutofit/>
          </a:bodyPr>
          <a:lstStyle/>
          <a:p>
            <a:r>
              <a:rPr lang="en-US" altLang="zh-CN" sz="4000" b="1" dirty="0">
                <a:latin typeface="黑体" pitchFamily="2" charset="-122"/>
                <a:ea typeface="黑体" pitchFamily="2" charset="-122"/>
              </a:rPr>
              <a:t>char</a:t>
            </a:r>
            <a:r>
              <a:rPr lang="zh-CN" altLang="en-US" sz="4000" b="1" dirty="0">
                <a:latin typeface="黑体" pitchFamily="2" charset="-122"/>
                <a:ea typeface="黑体" pitchFamily="2" charset="-122"/>
              </a:rPr>
              <a:t>型可能是有符号类型！</a:t>
            </a:r>
          </a:p>
        </p:txBody>
      </p:sp>
      <p:sp>
        <p:nvSpPr>
          <p:cNvPr id="3" name="Content Placeholder 2"/>
          <p:cNvSpPr>
            <a:spLocks noGrp="1"/>
          </p:cNvSpPr>
          <p:nvPr>
            <p:ph idx="1"/>
          </p:nvPr>
        </p:nvSpPr>
        <p:spPr/>
        <p:txBody>
          <a:bodyPr/>
          <a:lstStyle/>
          <a:p>
            <a:r>
              <a:rPr lang="en-US" altLang="zh-CN" dirty="0"/>
              <a:t>char</a:t>
            </a:r>
            <a:r>
              <a:rPr lang="zh-CN" altLang="en-US" dirty="0"/>
              <a:t>  </a:t>
            </a:r>
            <a:r>
              <a:rPr lang="en-US" altLang="zh-CN" dirty="0"/>
              <a:t>a</a:t>
            </a:r>
            <a:r>
              <a:rPr lang="zh-CN" altLang="en-US" dirty="0"/>
              <a:t> </a:t>
            </a:r>
            <a:r>
              <a:rPr lang="en-US" altLang="zh-CN" dirty="0"/>
              <a:t>=</a:t>
            </a:r>
            <a:r>
              <a:rPr lang="zh-CN" altLang="en-US" dirty="0"/>
              <a:t> </a:t>
            </a:r>
            <a:r>
              <a:rPr lang="en-US" altLang="zh-CN" dirty="0"/>
              <a:t>255; </a:t>
            </a:r>
            <a:r>
              <a:rPr lang="zh-CN" altLang="en-US" dirty="0"/>
              <a:t> </a:t>
            </a:r>
            <a:endParaRPr lang="en-US" altLang="zh-CN" dirty="0"/>
          </a:p>
          <a:p>
            <a:r>
              <a:rPr lang="en-US" altLang="zh-CN" dirty="0" err="1"/>
              <a:t>printf</a:t>
            </a:r>
            <a:r>
              <a:rPr lang="en-US" altLang="zh-CN" dirty="0"/>
              <a:t>(“%d”, a);                -1</a:t>
            </a:r>
          </a:p>
          <a:p>
            <a:endParaRPr lang="en-US" altLang="zh-CN" dirty="0"/>
          </a:p>
          <a:p>
            <a:r>
              <a:rPr lang="en-US" altLang="zh-CN" dirty="0"/>
              <a:t>unsigned char  a = 255;</a:t>
            </a:r>
          </a:p>
          <a:p>
            <a:r>
              <a:rPr lang="en-US" altLang="zh-CN" dirty="0" err="1"/>
              <a:t>printf</a:t>
            </a:r>
            <a:r>
              <a:rPr lang="en-US" altLang="zh-CN" dirty="0"/>
              <a:t>(“%d”, a);               255</a:t>
            </a:r>
          </a:p>
          <a:p>
            <a:endParaRPr lang="en-US" altLang="zh-CN" dirty="0"/>
          </a:p>
          <a:p>
            <a:r>
              <a:rPr lang="en-US" altLang="zh-CN" dirty="0"/>
              <a:t>What about :</a:t>
            </a:r>
          </a:p>
          <a:p>
            <a:r>
              <a:rPr lang="en-US" altLang="zh-CN" dirty="0" err="1"/>
              <a:t>printf</a:t>
            </a:r>
            <a:r>
              <a:rPr lang="en-US" altLang="zh-CN" dirty="0"/>
              <a:t>(“%c”, a);</a:t>
            </a:r>
            <a:endParaRPr lang="zh-CN" altLang="en-US" dirty="0"/>
          </a:p>
        </p:txBody>
      </p:sp>
      <p:sp>
        <p:nvSpPr>
          <p:cNvPr id="4" name="Slide Number Placeholder 3"/>
          <p:cNvSpPr>
            <a:spLocks noGrp="1"/>
          </p:cNvSpPr>
          <p:nvPr>
            <p:ph type="sldNum" sz="quarter" idx="12"/>
          </p:nvPr>
        </p:nvSpPr>
        <p:spPr/>
        <p:txBody>
          <a:bodyPr/>
          <a:lstStyle/>
          <a:p>
            <a:fld id="{08B27F99-712D-4C13-83EA-F271460F102E}" type="slidenum">
              <a:rPr lang="en-US" altLang="zh-CN" smtClean="0"/>
              <a:pPr/>
              <a:t>28</a:t>
            </a:fld>
            <a:endParaRPr lang="en-US" altLang="zh-CN"/>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0258" name="Rectangle 2"/>
          <p:cNvSpPr>
            <a:spLocks noGrp="1" noChangeArrowheads="1"/>
          </p:cNvSpPr>
          <p:nvPr>
            <p:ph type="title"/>
          </p:nvPr>
        </p:nvSpPr>
        <p:spPr>
          <a:xfrm>
            <a:off x="304800" y="228600"/>
            <a:ext cx="8610600" cy="685800"/>
          </a:xfrm>
        </p:spPr>
        <p:txBody>
          <a:bodyPr/>
          <a:lstStyle/>
          <a:p>
            <a:r>
              <a:rPr lang="en-US" altLang="zh-CN" sz="3600" dirty="0">
                <a:solidFill>
                  <a:schemeClr val="tx1"/>
                </a:solidFill>
                <a:latin typeface="黑体" pitchFamily="2" charset="-122"/>
                <a:ea typeface="黑体" pitchFamily="2" charset="-122"/>
              </a:rPr>
              <a:t>2.2 </a:t>
            </a:r>
            <a:r>
              <a:rPr lang="zh-CN" altLang="en-US" sz="3600" dirty="0">
                <a:solidFill>
                  <a:schemeClr val="tx1"/>
                </a:solidFill>
                <a:latin typeface="黑体" pitchFamily="2" charset="-122"/>
                <a:ea typeface="黑体" pitchFamily="2" charset="-122"/>
              </a:rPr>
              <a:t>输入和输出基础</a:t>
            </a:r>
            <a:endParaRPr lang="zh-CN" altLang="en-US" sz="4800" dirty="0">
              <a:solidFill>
                <a:schemeClr val="tx1"/>
              </a:solidFill>
              <a:latin typeface="黑体" pitchFamily="2" charset="-122"/>
              <a:ea typeface="黑体" pitchFamily="2" charset="-122"/>
            </a:endParaRPr>
          </a:p>
        </p:txBody>
      </p:sp>
      <p:sp>
        <p:nvSpPr>
          <p:cNvPr id="480259" name="Rectangle 3"/>
          <p:cNvSpPr>
            <a:spLocks noGrp="1" noChangeArrowheads="1"/>
          </p:cNvSpPr>
          <p:nvPr>
            <p:ph idx="1"/>
          </p:nvPr>
        </p:nvSpPr>
        <p:spPr>
          <a:xfrm>
            <a:off x="539750" y="1125538"/>
            <a:ext cx="8137525" cy="5327650"/>
          </a:xfrm>
        </p:spPr>
        <p:txBody>
          <a:bodyPr>
            <a:normAutofit/>
          </a:bodyPr>
          <a:lstStyle/>
          <a:p>
            <a:pPr marL="533400" indent="-533400" algn="just">
              <a:buFont typeface="Monotype Sorts" pitchFamily="2" charset="2"/>
              <a:buNone/>
            </a:pPr>
            <a:r>
              <a:rPr lang="zh-CN" altLang="en-US" sz="4000" b="1" dirty="0">
                <a:effectLst>
                  <a:outerShdw blurRad="38100" dist="38100" dir="2700000" algn="tl">
                    <a:srgbClr val="000000"/>
                  </a:outerShdw>
                </a:effectLst>
                <a:latin typeface="宋体" pitchFamily="2" charset="-122"/>
              </a:rPr>
              <a:t>单个字符输出函数</a:t>
            </a:r>
          </a:p>
          <a:p>
            <a:pPr marL="533400" indent="-533400" algn="just">
              <a:buFont typeface="Monotype Sorts" pitchFamily="2" charset="2"/>
              <a:buNone/>
            </a:pPr>
            <a:r>
              <a:rPr lang="zh-CN" altLang="en-US" sz="2800" b="1" dirty="0">
                <a:solidFill>
                  <a:srgbClr val="CC0000"/>
                </a:solidFill>
                <a:effectLst>
                  <a:outerShdw blurRad="38100" dist="38100" dir="2700000" algn="tl">
                    <a:srgbClr val="000000"/>
                  </a:outerShdw>
                </a:effectLst>
                <a:latin typeface="宋体" pitchFamily="2" charset="-122"/>
              </a:rPr>
              <a:t>格式：  </a:t>
            </a:r>
            <a:r>
              <a:rPr lang="en-US" altLang="zh-CN" sz="3600" b="1" dirty="0" err="1">
                <a:effectLst>
                  <a:outerShdw blurRad="38100" dist="38100" dir="2700000" algn="tl">
                    <a:srgbClr val="000000"/>
                  </a:outerShdw>
                </a:effectLst>
                <a:latin typeface="宋体" pitchFamily="2" charset="-122"/>
              </a:rPr>
              <a:t>putchar</a:t>
            </a:r>
            <a:r>
              <a:rPr lang="en-US" altLang="zh-CN" sz="3600" b="1" dirty="0">
                <a:effectLst>
                  <a:outerShdw blurRad="38100" dist="38100" dir="2700000" algn="tl">
                    <a:srgbClr val="000000"/>
                  </a:outerShdw>
                </a:effectLst>
                <a:latin typeface="宋体" pitchFamily="2" charset="-122"/>
              </a:rPr>
              <a:t>(</a:t>
            </a:r>
            <a:r>
              <a:rPr lang="en-US" altLang="zh-CN" sz="3600" b="1" dirty="0" err="1">
                <a:effectLst>
                  <a:outerShdw blurRad="38100" dist="38100" dir="2700000" algn="tl">
                    <a:srgbClr val="000000"/>
                  </a:outerShdw>
                </a:effectLst>
                <a:latin typeface="宋体" pitchFamily="2" charset="-122"/>
              </a:rPr>
              <a:t>ch</a:t>
            </a:r>
            <a:r>
              <a:rPr lang="en-US" altLang="zh-CN" sz="3600" b="1" dirty="0">
                <a:effectLst>
                  <a:outerShdw blurRad="38100" dist="38100" dir="2700000" algn="tl">
                    <a:srgbClr val="000000"/>
                  </a:outerShdw>
                </a:effectLst>
                <a:latin typeface="宋体" pitchFamily="2" charset="-122"/>
              </a:rPr>
              <a:t>)</a:t>
            </a:r>
          </a:p>
          <a:p>
            <a:pPr marL="533400" indent="-533400" algn="just">
              <a:buFont typeface="Monotype Sorts" pitchFamily="2" charset="2"/>
              <a:buNone/>
            </a:pPr>
            <a:r>
              <a:rPr lang="zh-CN" altLang="en-US" sz="2800" b="1" dirty="0">
                <a:solidFill>
                  <a:srgbClr val="CC0000"/>
                </a:solidFill>
                <a:effectLst>
                  <a:outerShdw blurRad="38100" dist="38100" dir="2700000" algn="tl">
                    <a:srgbClr val="000000"/>
                  </a:outerShdw>
                </a:effectLst>
                <a:latin typeface="宋体" pitchFamily="2" charset="-122"/>
              </a:rPr>
              <a:t>功能：</a:t>
            </a:r>
            <a:r>
              <a:rPr lang="zh-CN" altLang="en-US" sz="2800" b="1" dirty="0">
                <a:effectLst>
                  <a:outerShdw blurRad="38100" dist="38100" dir="2700000" algn="tl">
                    <a:srgbClr val="000000"/>
                  </a:outerShdw>
                </a:effectLst>
              </a:rPr>
              <a:t>将一个字符输出到标准输出设备</a:t>
            </a:r>
            <a:r>
              <a:rPr lang="en-US" altLang="zh-CN" sz="2800" b="1" dirty="0">
                <a:effectLst>
                  <a:outerShdw blurRad="38100" dist="38100" dir="2700000" algn="tl">
                    <a:srgbClr val="000000"/>
                  </a:outerShdw>
                </a:effectLst>
              </a:rPr>
              <a:t>(</a:t>
            </a:r>
            <a:r>
              <a:rPr lang="zh-CN" altLang="en-US" sz="2800" b="1" dirty="0">
                <a:effectLst>
                  <a:outerShdw blurRad="38100" dist="38100" dir="2700000" algn="tl">
                    <a:srgbClr val="000000"/>
                  </a:outerShdw>
                </a:effectLst>
                <a:latin typeface="宋体" pitchFamily="2" charset="-122"/>
              </a:rPr>
              <a:t>显示器</a:t>
            </a:r>
            <a:r>
              <a:rPr lang="en-US" altLang="zh-CN" sz="2800" b="1" dirty="0">
                <a:effectLst>
                  <a:outerShdw blurRad="38100" dist="38100" dir="2700000" algn="tl">
                    <a:srgbClr val="000000"/>
                  </a:outerShdw>
                </a:effectLst>
                <a:latin typeface="宋体" pitchFamily="2" charset="-122"/>
              </a:rPr>
              <a:t>)</a:t>
            </a:r>
          </a:p>
          <a:p>
            <a:pPr marL="533400" indent="-533400" algn="just">
              <a:buFont typeface="Monotype Sorts" pitchFamily="2" charset="2"/>
              <a:buNone/>
            </a:pPr>
            <a:r>
              <a:rPr lang="en-US" altLang="zh-CN" sz="2800" b="1" dirty="0">
                <a:effectLst>
                  <a:outerShdw blurRad="38100" dist="38100" dir="2700000" algn="tl">
                    <a:srgbClr val="000000"/>
                  </a:outerShdw>
                </a:effectLst>
                <a:latin typeface="宋体" pitchFamily="2" charset="-122"/>
              </a:rPr>
              <a:t>      </a:t>
            </a:r>
            <a:r>
              <a:rPr lang="zh-CN" altLang="en-US" sz="2800" b="1" dirty="0">
                <a:effectLst>
                  <a:outerShdw blurRad="38100" dist="38100" dir="2700000" algn="tl">
                    <a:srgbClr val="000000"/>
                  </a:outerShdw>
                </a:effectLst>
                <a:latin typeface="宋体" pitchFamily="2" charset="-122"/>
              </a:rPr>
              <a:t>输出</a:t>
            </a:r>
            <a:r>
              <a:rPr lang="en-US" altLang="zh-CN" sz="2800" b="1" dirty="0">
                <a:effectLst>
                  <a:outerShdw blurRad="38100" dist="38100" dir="2700000" algn="tl">
                    <a:srgbClr val="000000"/>
                  </a:outerShdw>
                </a:effectLst>
                <a:latin typeface="宋体" pitchFamily="2" charset="-122"/>
              </a:rPr>
              <a:t>ASCII</a:t>
            </a:r>
            <a:r>
              <a:rPr lang="zh-CN" altLang="en-US" sz="2800" b="1" dirty="0">
                <a:effectLst>
                  <a:outerShdw blurRad="38100" dist="38100" dir="2700000" algn="tl">
                    <a:srgbClr val="000000"/>
                  </a:outerShdw>
                </a:effectLst>
                <a:latin typeface="宋体" pitchFamily="2" charset="-122"/>
              </a:rPr>
              <a:t>代码为</a:t>
            </a:r>
            <a:r>
              <a:rPr lang="en-US" altLang="zh-CN" sz="2800" b="1" dirty="0" err="1">
                <a:effectLst>
                  <a:outerShdw blurRad="38100" dist="38100" dir="2700000" algn="tl">
                    <a:srgbClr val="000000"/>
                  </a:outerShdw>
                </a:effectLst>
                <a:latin typeface="宋体" pitchFamily="2" charset="-122"/>
              </a:rPr>
              <a:t>ch</a:t>
            </a:r>
            <a:r>
              <a:rPr lang="zh-CN" altLang="en-US" sz="2800" b="1" dirty="0">
                <a:effectLst>
                  <a:outerShdw blurRad="38100" dist="38100" dir="2700000" algn="tl">
                    <a:srgbClr val="000000"/>
                  </a:outerShdw>
                </a:effectLst>
                <a:latin typeface="宋体" pitchFamily="2" charset="-122"/>
              </a:rPr>
              <a:t>值的字符。</a:t>
            </a:r>
          </a:p>
          <a:p>
            <a:pPr marL="533400" indent="-533400" algn="just">
              <a:buFont typeface="Monotype Sorts" pitchFamily="2" charset="2"/>
              <a:buNone/>
            </a:pPr>
            <a:r>
              <a:rPr lang="zh-CN" altLang="en-US" sz="2800" b="1" dirty="0">
                <a:solidFill>
                  <a:srgbClr val="CC0000"/>
                </a:solidFill>
                <a:effectLst>
                  <a:outerShdw blurRad="38100" dist="38100" dir="2700000" algn="tl">
                    <a:srgbClr val="000000"/>
                  </a:outerShdw>
                </a:effectLst>
                <a:latin typeface="宋体" pitchFamily="2" charset="-122"/>
              </a:rPr>
              <a:t>说明：</a:t>
            </a:r>
          </a:p>
          <a:p>
            <a:pPr marL="533400" indent="-533400" algn="just">
              <a:buFont typeface="Monotype Sorts" pitchFamily="2" charset="2"/>
              <a:buNone/>
            </a:pPr>
            <a:r>
              <a:rPr lang="en-US" altLang="zh-CN" sz="2800" b="1" dirty="0">
                <a:effectLst>
                  <a:outerShdw blurRad="38100" dist="38100" dir="2700000" algn="tl">
                    <a:srgbClr val="000000"/>
                  </a:outerShdw>
                </a:effectLst>
                <a:latin typeface="宋体" pitchFamily="2" charset="-122"/>
              </a:rPr>
              <a:t>1. </a:t>
            </a:r>
            <a:r>
              <a:rPr lang="en-US" altLang="zh-CN" sz="2800" b="1" dirty="0" err="1">
                <a:effectLst>
                  <a:outerShdw blurRad="38100" dist="38100" dir="2700000" algn="tl">
                    <a:srgbClr val="000000"/>
                  </a:outerShdw>
                </a:effectLst>
                <a:latin typeface="宋体" pitchFamily="2" charset="-122"/>
              </a:rPr>
              <a:t>ch</a:t>
            </a:r>
            <a:r>
              <a:rPr lang="en-US" altLang="zh-CN" sz="2800" b="1" dirty="0">
                <a:effectLst>
                  <a:outerShdw blurRad="38100" dist="38100" dir="2700000" algn="tl">
                    <a:srgbClr val="000000"/>
                  </a:outerShdw>
                </a:effectLst>
                <a:latin typeface="宋体" pitchFamily="2" charset="-122"/>
              </a:rPr>
              <a:t> </a:t>
            </a:r>
            <a:r>
              <a:rPr lang="zh-CN" altLang="en-US" sz="2800" b="1" dirty="0">
                <a:effectLst>
                  <a:outerShdw blurRad="38100" dist="38100" dir="2700000" algn="tl">
                    <a:srgbClr val="000000"/>
                  </a:outerShdw>
                </a:effectLst>
                <a:latin typeface="宋体" pitchFamily="2" charset="-122"/>
              </a:rPr>
              <a:t>是</a:t>
            </a:r>
            <a:r>
              <a:rPr lang="zh-CN" altLang="en-US" sz="2800" b="1" dirty="0">
                <a:solidFill>
                  <a:srgbClr val="C00000"/>
                </a:solidFill>
                <a:effectLst>
                  <a:outerShdw blurRad="38100" dist="38100" dir="2700000" algn="tl">
                    <a:srgbClr val="000000"/>
                  </a:outerShdw>
                </a:effectLst>
                <a:latin typeface="宋体" pitchFamily="2" charset="-122"/>
              </a:rPr>
              <a:t>形参</a:t>
            </a:r>
            <a:r>
              <a:rPr lang="zh-CN" altLang="en-US" sz="2800" b="1" dirty="0">
                <a:effectLst>
                  <a:outerShdw blurRad="38100" dist="38100" dir="2700000" algn="tl">
                    <a:srgbClr val="000000"/>
                  </a:outerShdw>
                </a:effectLst>
                <a:latin typeface="宋体" pitchFamily="2" charset="-122"/>
              </a:rPr>
              <a:t>，可以是字符型常量、整型常量</a:t>
            </a:r>
            <a:r>
              <a:rPr lang="en-US" altLang="zh-CN" sz="2800" b="1" dirty="0">
                <a:effectLst>
                  <a:outerShdw blurRad="38100" dist="38100" dir="2700000" algn="tl">
                    <a:srgbClr val="000000"/>
                  </a:outerShdw>
                </a:effectLst>
                <a:latin typeface="宋体" pitchFamily="2" charset="-122"/>
              </a:rPr>
              <a:t>(</a:t>
            </a:r>
            <a:r>
              <a:rPr lang="zh-CN" altLang="en-US" sz="2800" b="1" dirty="0">
                <a:effectLst>
                  <a:outerShdw blurRad="38100" dist="38100" dir="2700000" algn="tl">
                    <a:srgbClr val="000000"/>
                  </a:outerShdw>
                </a:effectLst>
                <a:latin typeface="宋体" pitchFamily="2" charset="-122"/>
              </a:rPr>
              <a:t>包括控制字符和转义字符</a:t>
            </a:r>
            <a:r>
              <a:rPr lang="en-US" altLang="zh-CN" sz="2800" b="1" dirty="0">
                <a:effectLst>
                  <a:outerShdw blurRad="38100" dist="38100" dir="2700000" algn="tl">
                    <a:srgbClr val="000000"/>
                  </a:outerShdw>
                </a:effectLst>
                <a:latin typeface="宋体" pitchFamily="2" charset="-122"/>
              </a:rPr>
              <a:t>)</a:t>
            </a:r>
            <a:r>
              <a:rPr lang="zh-CN" altLang="en-US" sz="2800" b="1" dirty="0">
                <a:effectLst>
                  <a:outerShdw blurRad="38100" dist="38100" dir="2700000" algn="tl">
                    <a:srgbClr val="000000"/>
                  </a:outerShdw>
                </a:effectLst>
                <a:latin typeface="宋体" pitchFamily="2" charset="-122"/>
              </a:rPr>
              <a:t>、字符型变量、整型变量等。</a:t>
            </a:r>
          </a:p>
          <a:p>
            <a:pPr marL="533400" indent="-533400" algn="just">
              <a:buFont typeface="Monotype Sorts" pitchFamily="2" charset="2"/>
              <a:buNone/>
            </a:pPr>
            <a:r>
              <a:rPr lang="en-US" altLang="zh-CN" sz="2800" b="1" dirty="0">
                <a:effectLst>
                  <a:outerShdw blurRad="38100" dist="38100" dir="2700000" algn="tl">
                    <a:srgbClr val="000000"/>
                  </a:outerShdw>
                </a:effectLst>
                <a:latin typeface="宋体" pitchFamily="2" charset="-122"/>
              </a:rPr>
              <a:t>2. </a:t>
            </a:r>
            <a:r>
              <a:rPr lang="zh-CN" altLang="en-US" sz="2800" b="1" dirty="0">
                <a:effectLst>
                  <a:outerShdw blurRad="38100" dist="38100" dir="2700000" algn="tl">
                    <a:srgbClr val="000000"/>
                  </a:outerShdw>
                </a:effectLst>
                <a:latin typeface="宋体" pitchFamily="2" charset="-122"/>
              </a:rPr>
              <a:t>使用字符输入输出函数，在程序首必须书写</a:t>
            </a:r>
            <a:br>
              <a:rPr lang="zh-CN" altLang="en-US" sz="2800" b="1" dirty="0">
                <a:effectLst>
                  <a:outerShdw blurRad="38100" dist="38100" dir="2700000" algn="tl">
                    <a:srgbClr val="000000"/>
                  </a:outerShdw>
                </a:effectLst>
                <a:latin typeface="宋体" pitchFamily="2" charset="-122"/>
              </a:rPr>
            </a:br>
            <a:r>
              <a:rPr lang="en-US" altLang="zh-CN" sz="2800" b="1" dirty="0">
                <a:solidFill>
                  <a:srgbClr val="CC0000"/>
                </a:solidFill>
                <a:effectLst>
                  <a:outerShdw blurRad="38100" dist="38100" dir="2700000" algn="tl">
                    <a:srgbClr val="000000"/>
                  </a:outerShdw>
                </a:effectLst>
                <a:latin typeface="宋体" pitchFamily="2" charset="-122"/>
              </a:rPr>
              <a:t>#include &lt;</a:t>
            </a:r>
            <a:r>
              <a:rPr lang="en-US" altLang="zh-CN" sz="2800" b="1" dirty="0" err="1">
                <a:solidFill>
                  <a:srgbClr val="CC0000"/>
                </a:solidFill>
                <a:effectLst>
                  <a:outerShdw blurRad="38100" dist="38100" dir="2700000" algn="tl">
                    <a:srgbClr val="000000"/>
                  </a:outerShdw>
                </a:effectLst>
                <a:latin typeface="宋体" pitchFamily="2" charset="-122"/>
              </a:rPr>
              <a:t>stdio.h</a:t>
            </a:r>
            <a:r>
              <a:rPr lang="en-US" altLang="zh-CN" sz="2800" b="1" dirty="0">
                <a:solidFill>
                  <a:srgbClr val="CC0000"/>
                </a:solidFill>
                <a:effectLst>
                  <a:outerShdw blurRad="38100" dist="38100" dir="2700000" algn="tl">
                    <a:srgbClr val="000000"/>
                  </a:outerShdw>
                </a:effectLst>
                <a:latin typeface="宋体" pitchFamily="2" charset="-122"/>
              </a:rPr>
              <a:t>&gt;</a:t>
            </a:r>
            <a:r>
              <a:rPr lang="en-US" altLang="zh-CN" sz="2800" b="1" dirty="0">
                <a:effectLst>
                  <a:outerShdw blurRad="38100" dist="38100" dir="2700000" algn="tl">
                    <a:srgbClr val="000000"/>
                  </a:outerShdw>
                </a:effectLst>
                <a:latin typeface="宋体" pitchFamily="2" charset="-122"/>
              </a:rPr>
              <a:t> </a:t>
            </a:r>
          </a:p>
          <a:p>
            <a:pPr marL="0" indent="0" algn="just">
              <a:lnSpc>
                <a:spcPct val="90000"/>
              </a:lnSpc>
              <a:buFont typeface="Monotype Sorts" pitchFamily="2" charset="2"/>
              <a:buNone/>
            </a:pPr>
            <a:endParaRPr lang="zh-CN" altLang="en-US" sz="2800" b="1" dirty="0">
              <a:effectLst>
                <a:outerShdw blurRad="38100" dist="38100" dir="2700000" algn="tl">
                  <a:srgbClr val="000000"/>
                </a:outerShdw>
              </a:effectLst>
              <a:latin typeface="楷体_GB2312" pitchFamily="49" charset="-122"/>
              <a:ea typeface="楷体_GB2312" pitchFamily="49" charset="-122"/>
            </a:endParaRPr>
          </a:p>
        </p:txBody>
      </p:sp>
      <p:sp>
        <p:nvSpPr>
          <p:cNvPr id="6" name="灯片编号占位符 5"/>
          <p:cNvSpPr>
            <a:spLocks noGrp="1"/>
          </p:cNvSpPr>
          <p:nvPr>
            <p:ph type="sldNum" sz="quarter" idx="12"/>
          </p:nvPr>
        </p:nvSpPr>
        <p:spPr/>
        <p:txBody>
          <a:bodyPr/>
          <a:lstStyle/>
          <a:p>
            <a:fld id="{01B93E9B-E705-4861-87F9-1006786E329C}" type="slidenum">
              <a:rPr lang="en-US" altLang="zh-CN"/>
              <a:pPr/>
              <a:t>29</a:t>
            </a:fld>
            <a:endParaRPr lang="en-US" altLang="zh-CN"/>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82" name="Rectangle 2"/>
          <p:cNvSpPr>
            <a:spLocks noGrp="1" noChangeArrowheads="1"/>
          </p:cNvSpPr>
          <p:nvPr>
            <p:ph type="title"/>
          </p:nvPr>
        </p:nvSpPr>
        <p:spPr>
          <a:xfrm>
            <a:off x="395288" y="333375"/>
            <a:ext cx="8228012" cy="685800"/>
          </a:xfrm>
        </p:spPr>
        <p:txBody>
          <a:bodyPr/>
          <a:lstStyle/>
          <a:p>
            <a:r>
              <a:rPr lang="en-US" altLang="zh-CN" sz="3600" dirty="0">
                <a:latin typeface="Times New Roman" pitchFamily="18" charset="0"/>
              </a:rPr>
              <a:t>【</a:t>
            </a:r>
            <a:r>
              <a:rPr lang="zh-CN" altLang="en-US" sz="3600" dirty="0">
                <a:latin typeface="Times New Roman" pitchFamily="18" charset="0"/>
              </a:rPr>
              <a:t>例</a:t>
            </a:r>
            <a:r>
              <a:rPr lang="en-US" altLang="zh-CN" sz="3600" dirty="0">
                <a:latin typeface="Times New Roman" pitchFamily="18" charset="0"/>
              </a:rPr>
              <a:t>2.2】</a:t>
            </a:r>
            <a:r>
              <a:rPr lang="zh-CN" altLang="en-US" sz="3600" dirty="0">
                <a:latin typeface="Times New Roman" pitchFamily="18" charset="0"/>
              </a:rPr>
              <a:t>使用</a:t>
            </a:r>
            <a:r>
              <a:rPr lang="en-US" altLang="zh-CN" sz="3600" dirty="0" err="1">
                <a:latin typeface="Times New Roman" pitchFamily="18" charset="0"/>
              </a:rPr>
              <a:t>putchar函数的</a:t>
            </a:r>
            <a:r>
              <a:rPr lang="zh-CN" altLang="en-US" sz="3600" dirty="0">
                <a:latin typeface="Times New Roman" pitchFamily="18" charset="0"/>
              </a:rPr>
              <a:t>示例</a:t>
            </a:r>
            <a:endParaRPr lang="zh-CN" altLang="en-US" sz="3600" dirty="0">
              <a:solidFill>
                <a:srgbClr val="0000FF"/>
              </a:solidFill>
              <a:effectLst/>
              <a:latin typeface="Times New Roman" pitchFamily="18" charset="0"/>
            </a:endParaRPr>
          </a:p>
        </p:txBody>
      </p:sp>
      <p:sp>
        <p:nvSpPr>
          <p:cNvPr id="481283" name="Rectangle 3"/>
          <p:cNvSpPr>
            <a:spLocks noGrp="1" noChangeArrowheads="1"/>
          </p:cNvSpPr>
          <p:nvPr>
            <p:ph idx="1"/>
          </p:nvPr>
        </p:nvSpPr>
        <p:spPr>
          <a:xfrm>
            <a:off x="304800" y="1125538"/>
            <a:ext cx="8610600" cy="5256212"/>
          </a:xfrm>
        </p:spPr>
        <p:txBody>
          <a:bodyPr/>
          <a:lstStyle/>
          <a:p>
            <a:pPr>
              <a:lnSpc>
                <a:spcPct val="90000"/>
              </a:lnSpc>
              <a:spcBef>
                <a:spcPct val="10000"/>
              </a:spcBef>
              <a:buFont typeface="Monotype Sorts" pitchFamily="2" charset="2"/>
              <a:buNone/>
            </a:pPr>
            <a:r>
              <a:rPr lang="en-US" altLang="zh-CN" b="1" dirty="0">
                <a:effectLst>
                  <a:outerShdw blurRad="38100" dist="38100" dir="2700000" algn="tl">
                    <a:srgbClr val="000000"/>
                  </a:outerShdw>
                </a:effectLst>
                <a:latin typeface="宋体" pitchFamily="2" charset="-122"/>
              </a:rPr>
              <a:t>#include &lt;</a:t>
            </a:r>
            <a:r>
              <a:rPr lang="en-US" altLang="zh-CN" b="1" dirty="0" err="1">
                <a:effectLst>
                  <a:outerShdw blurRad="38100" dist="38100" dir="2700000" algn="tl">
                    <a:srgbClr val="000000"/>
                  </a:outerShdw>
                </a:effectLst>
                <a:latin typeface="宋体" pitchFamily="2" charset="-122"/>
              </a:rPr>
              <a:t>stdio.h</a:t>
            </a:r>
            <a:r>
              <a:rPr lang="en-US" altLang="zh-CN" b="1" dirty="0">
                <a:effectLst>
                  <a:outerShdw blurRad="38100" dist="38100" dir="2700000" algn="tl">
                    <a:srgbClr val="000000"/>
                  </a:outerShdw>
                </a:effectLst>
                <a:latin typeface="宋体" pitchFamily="2" charset="-122"/>
              </a:rPr>
              <a:t>&gt;</a:t>
            </a:r>
          </a:p>
          <a:p>
            <a:pPr>
              <a:lnSpc>
                <a:spcPct val="90000"/>
              </a:lnSpc>
              <a:spcBef>
                <a:spcPct val="10000"/>
              </a:spcBef>
              <a:buFont typeface="Monotype Sorts" pitchFamily="2" charset="2"/>
              <a:buNone/>
            </a:pPr>
            <a:r>
              <a:rPr lang="en-US" altLang="zh-CN" b="1" dirty="0">
                <a:effectLst>
                  <a:outerShdw blurRad="38100" dist="38100" dir="2700000" algn="tl">
                    <a:srgbClr val="000000"/>
                  </a:outerShdw>
                </a:effectLst>
                <a:latin typeface="宋体" pitchFamily="2" charset="-122"/>
              </a:rPr>
              <a:t>void main()</a:t>
            </a:r>
          </a:p>
          <a:p>
            <a:pPr>
              <a:lnSpc>
                <a:spcPct val="90000"/>
              </a:lnSpc>
              <a:spcBef>
                <a:spcPct val="10000"/>
              </a:spcBef>
              <a:buFont typeface="Monotype Sorts" pitchFamily="2" charset="2"/>
              <a:buNone/>
            </a:pPr>
            <a:r>
              <a:rPr lang="en-US" altLang="zh-CN" b="1" dirty="0">
                <a:effectLst>
                  <a:outerShdw blurRad="38100" dist="38100" dir="2700000" algn="tl">
                    <a:srgbClr val="000000"/>
                  </a:outerShdw>
                </a:effectLst>
                <a:latin typeface="宋体" pitchFamily="2" charset="-122"/>
              </a:rPr>
              <a:t>{ char </a:t>
            </a:r>
            <a:r>
              <a:rPr lang="en-US" altLang="zh-CN" b="1" dirty="0" err="1">
                <a:effectLst>
                  <a:outerShdw blurRad="38100" dist="38100" dir="2700000" algn="tl">
                    <a:srgbClr val="000000"/>
                  </a:outerShdw>
                </a:effectLst>
                <a:latin typeface="宋体" pitchFamily="2" charset="-122"/>
              </a:rPr>
              <a:t>ch</a:t>
            </a:r>
            <a:r>
              <a:rPr lang="en-US" altLang="zh-CN" b="1" dirty="0">
                <a:effectLst>
                  <a:outerShdw blurRad="38100" dist="38100" dir="2700000" algn="tl">
                    <a:srgbClr val="000000"/>
                  </a:outerShdw>
                </a:effectLst>
                <a:latin typeface="宋体" pitchFamily="2" charset="-122"/>
              </a:rPr>
              <a:t>;  int  </a:t>
            </a:r>
            <a:r>
              <a:rPr lang="en-US" altLang="zh-CN" b="1" dirty="0" err="1">
                <a:effectLst>
                  <a:outerShdw blurRad="38100" dist="38100" dir="2700000" algn="tl">
                    <a:srgbClr val="000000"/>
                  </a:outerShdw>
                </a:effectLst>
                <a:latin typeface="宋体" pitchFamily="2" charset="-122"/>
              </a:rPr>
              <a:t>i</a:t>
            </a:r>
            <a:r>
              <a:rPr lang="en-US" altLang="zh-CN" b="1" dirty="0">
                <a:effectLst>
                  <a:outerShdw blurRad="38100" dist="38100" dir="2700000" algn="tl">
                    <a:srgbClr val="000000"/>
                  </a:outerShdw>
                </a:effectLst>
                <a:latin typeface="宋体" pitchFamily="2" charset="-122"/>
              </a:rPr>
              <a:t>;</a:t>
            </a:r>
          </a:p>
          <a:p>
            <a:pPr>
              <a:lnSpc>
                <a:spcPct val="90000"/>
              </a:lnSpc>
              <a:spcBef>
                <a:spcPct val="10000"/>
              </a:spcBef>
              <a:buFont typeface="Monotype Sorts" pitchFamily="2" charset="2"/>
              <a:buNone/>
            </a:pPr>
            <a:r>
              <a:rPr lang="en-US" altLang="zh-CN" b="1" dirty="0">
                <a:effectLst>
                  <a:outerShdw blurRad="38100" dist="38100" dir="2700000" algn="tl">
                    <a:srgbClr val="000000"/>
                  </a:outerShdw>
                </a:effectLst>
                <a:latin typeface="宋体" pitchFamily="2" charset="-122"/>
              </a:rPr>
              <a:t>  </a:t>
            </a:r>
            <a:r>
              <a:rPr lang="en-US" altLang="zh-CN" b="1" dirty="0" err="1">
                <a:effectLst>
                  <a:outerShdw blurRad="38100" dist="38100" dir="2700000" algn="tl">
                    <a:srgbClr val="000000"/>
                  </a:outerShdw>
                </a:effectLst>
                <a:latin typeface="宋体" pitchFamily="2" charset="-122"/>
              </a:rPr>
              <a:t>ch</a:t>
            </a:r>
            <a:r>
              <a:rPr lang="en-US" altLang="zh-CN" b="1" dirty="0">
                <a:effectLst>
                  <a:outerShdw blurRad="38100" dist="38100" dir="2700000" algn="tl">
                    <a:srgbClr val="000000"/>
                  </a:outerShdw>
                </a:effectLst>
                <a:latin typeface="宋体" pitchFamily="2" charset="-122"/>
              </a:rPr>
              <a:t> = </a:t>
            </a:r>
            <a:r>
              <a:rPr lang="en-US" altLang="zh-CN" b="1" dirty="0">
                <a:effectLst>
                  <a:outerShdw blurRad="38100" dist="38100" dir="2700000" algn="tl">
                    <a:srgbClr val="000000"/>
                  </a:outerShdw>
                </a:effectLst>
                <a:latin typeface="Courier New"/>
              </a:rPr>
              <a:t>’</a:t>
            </a:r>
            <a:r>
              <a:rPr lang="en-US" altLang="zh-CN" b="1" dirty="0">
                <a:effectLst>
                  <a:outerShdw blurRad="38100" dist="38100" dir="2700000" algn="tl">
                    <a:srgbClr val="000000"/>
                  </a:outerShdw>
                </a:effectLst>
                <a:latin typeface="宋体" pitchFamily="2" charset="-122"/>
              </a:rPr>
              <a:t>h</a:t>
            </a:r>
            <a:r>
              <a:rPr lang="en-US" altLang="zh-CN" b="1" dirty="0">
                <a:effectLst>
                  <a:outerShdw blurRad="38100" dist="38100" dir="2700000" algn="tl">
                    <a:srgbClr val="000000"/>
                  </a:outerShdw>
                </a:effectLst>
                <a:latin typeface="Courier New"/>
              </a:rPr>
              <a:t>’</a:t>
            </a:r>
            <a:r>
              <a:rPr lang="en-US" altLang="zh-CN" b="1" dirty="0">
                <a:effectLst>
                  <a:outerShdw blurRad="38100" dist="38100" dir="2700000" algn="tl">
                    <a:srgbClr val="000000"/>
                  </a:outerShdw>
                </a:effectLst>
                <a:latin typeface="宋体" pitchFamily="2" charset="-122"/>
              </a:rPr>
              <a:t>;  </a:t>
            </a:r>
            <a:r>
              <a:rPr lang="en-US" altLang="zh-CN" b="1" dirty="0" err="1">
                <a:effectLst>
                  <a:outerShdw blurRad="38100" dist="38100" dir="2700000" algn="tl">
                    <a:srgbClr val="000000"/>
                  </a:outerShdw>
                </a:effectLst>
                <a:latin typeface="宋体" pitchFamily="2" charset="-122"/>
              </a:rPr>
              <a:t>i</a:t>
            </a:r>
            <a:r>
              <a:rPr lang="en-US" altLang="zh-CN" b="1" dirty="0">
                <a:effectLst>
                  <a:outerShdw blurRad="38100" dist="38100" dir="2700000" algn="tl">
                    <a:srgbClr val="000000"/>
                  </a:outerShdw>
                </a:effectLst>
                <a:latin typeface="宋体" pitchFamily="2" charset="-122"/>
              </a:rPr>
              <a:t> = </a:t>
            </a:r>
            <a:r>
              <a:rPr lang="en-US" altLang="zh-CN" b="1" dirty="0">
                <a:effectLst>
                  <a:outerShdw blurRad="38100" dist="38100" dir="2700000" algn="tl">
                    <a:srgbClr val="000000"/>
                  </a:outerShdw>
                </a:effectLst>
                <a:latin typeface="Courier New"/>
              </a:rPr>
              <a:t>’</a:t>
            </a:r>
            <a:r>
              <a:rPr lang="en-US" altLang="zh-CN" b="1" dirty="0" err="1">
                <a:effectLst>
                  <a:outerShdw blurRad="38100" dist="38100" dir="2700000" algn="tl">
                    <a:srgbClr val="000000"/>
                  </a:outerShdw>
                </a:effectLst>
                <a:latin typeface="宋体" pitchFamily="2" charset="-122"/>
              </a:rPr>
              <a:t>i</a:t>
            </a:r>
            <a:r>
              <a:rPr lang="en-US" altLang="zh-CN" b="1" dirty="0">
                <a:effectLst>
                  <a:outerShdw blurRad="38100" dist="38100" dir="2700000" algn="tl">
                    <a:srgbClr val="000000"/>
                  </a:outerShdw>
                </a:effectLst>
                <a:latin typeface="Courier New"/>
              </a:rPr>
              <a:t>’</a:t>
            </a:r>
            <a:r>
              <a:rPr lang="en-US" altLang="zh-CN" b="1" dirty="0">
                <a:effectLst>
                  <a:outerShdw blurRad="38100" dist="38100" dir="2700000" algn="tl">
                    <a:srgbClr val="000000"/>
                  </a:outerShdw>
                </a:effectLst>
                <a:latin typeface="宋体" pitchFamily="2" charset="-122"/>
              </a:rPr>
              <a:t>;</a:t>
            </a:r>
          </a:p>
          <a:p>
            <a:pPr>
              <a:lnSpc>
                <a:spcPct val="90000"/>
              </a:lnSpc>
              <a:spcBef>
                <a:spcPct val="10000"/>
              </a:spcBef>
              <a:buFont typeface="Monotype Sorts" pitchFamily="2" charset="2"/>
              <a:buNone/>
            </a:pPr>
            <a:r>
              <a:rPr lang="en-US" altLang="zh-CN" b="1" dirty="0">
                <a:effectLst>
                  <a:outerShdw blurRad="38100" dist="38100" dir="2700000" algn="tl">
                    <a:srgbClr val="000000"/>
                  </a:outerShdw>
                </a:effectLst>
                <a:latin typeface="宋体" pitchFamily="2" charset="-122"/>
              </a:rPr>
              <a:t>  </a:t>
            </a:r>
            <a:r>
              <a:rPr lang="en-US" altLang="zh-CN" b="1" dirty="0" err="1">
                <a:effectLst>
                  <a:outerShdw blurRad="38100" dist="38100" dir="2700000" algn="tl">
                    <a:srgbClr val="000000"/>
                  </a:outerShdw>
                </a:effectLst>
                <a:latin typeface="宋体" pitchFamily="2" charset="-122"/>
              </a:rPr>
              <a:t>putchar</a:t>
            </a:r>
            <a:r>
              <a:rPr lang="en-US" altLang="zh-CN" b="1" dirty="0">
                <a:effectLst>
                  <a:outerShdw blurRad="38100" dist="38100" dir="2700000" algn="tl">
                    <a:srgbClr val="000000"/>
                  </a:outerShdw>
                </a:effectLst>
                <a:latin typeface="宋体" pitchFamily="2" charset="-122"/>
              </a:rPr>
              <a:t>(</a:t>
            </a:r>
            <a:r>
              <a:rPr lang="en-US" altLang="zh-CN" b="1" dirty="0">
                <a:effectLst>
                  <a:outerShdw blurRad="38100" dist="38100" dir="2700000" algn="tl">
                    <a:srgbClr val="000000"/>
                  </a:outerShdw>
                </a:effectLst>
                <a:latin typeface="Courier New"/>
              </a:rPr>
              <a:t>’</a:t>
            </a:r>
            <a:r>
              <a:rPr lang="en-US" altLang="zh-CN" b="1" dirty="0">
                <a:effectLst>
                  <a:outerShdw blurRad="38100" dist="38100" dir="2700000" algn="tl">
                    <a:srgbClr val="000000"/>
                  </a:outerShdw>
                </a:effectLst>
                <a:latin typeface="宋体" pitchFamily="2" charset="-122"/>
              </a:rPr>
              <a:t>C</a:t>
            </a:r>
            <a:r>
              <a:rPr lang="en-US" altLang="zh-CN" b="1" dirty="0">
                <a:effectLst>
                  <a:outerShdw blurRad="38100" dist="38100" dir="2700000" algn="tl">
                    <a:srgbClr val="000000"/>
                  </a:outerShdw>
                </a:effectLst>
                <a:latin typeface="Courier New"/>
              </a:rPr>
              <a:t>’</a:t>
            </a:r>
            <a:r>
              <a:rPr lang="en-US" altLang="zh-CN" b="1" dirty="0">
                <a:effectLst>
                  <a:outerShdw blurRad="38100" dist="38100" dir="2700000" algn="tl">
                    <a:srgbClr val="000000"/>
                  </a:outerShdw>
                </a:effectLst>
                <a:latin typeface="宋体" pitchFamily="2" charset="-122"/>
              </a:rPr>
              <a:t>);    </a:t>
            </a:r>
            <a:r>
              <a:rPr lang="en-US" altLang="zh-CN" sz="2400" b="1" dirty="0">
                <a:solidFill>
                  <a:srgbClr val="0000FF"/>
                </a:solidFill>
                <a:latin typeface="宋体" pitchFamily="2" charset="-122"/>
              </a:rPr>
              <a:t>/* </a:t>
            </a:r>
            <a:r>
              <a:rPr lang="zh-CN" altLang="en-US" sz="2400" b="1" dirty="0">
                <a:solidFill>
                  <a:srgbClr val="0000FF"/>
                </a:solidFill>
                <a:latin typeface="宋体" pitchFamily="2" charset="-122"/>
              </a:rPr>
              <a:t>输出字符 </a:t>
            </a:r>
            <a:r>
              <a:rPr lang="en-US" altLang="zh-CN" sz="2400" b="1" dirty="0">
                <a:solidFill>
                  <a:srgbClr val="0000FF"/>
                </a:solidFill>
                <a:latin typeface="宋体" pitchFamily="2" charset="-122"/>
              </a:rPr>
              <a:t>C */</a:t>
            </a:r>
          </a:p>
          <a:p>
            <a:pPr>
              <a:lnSpc>
                <a:spcPct val="90000"/>
              </a:lnSpc>
              <a:spcBef>
                <a:spcPct val="10000"/>
              </a:spcBef>
              <a:buFont typeface="Monotype Sorts" pitchFamily="2" charset="2"/>
              <a:buNone/>
            </a:pPr>
            <a:r>
              <a:rPr lang="en-US" altLang="zh-CN" b="1" dirty="0">
                <a:effectLst>
                  <a:outerShdw blurRad="38100" dist="38100" dir="2700000" algn="tl">
                    <a:srgbClr val="000000"/>
                  </a:outerShdw>
                </a:effectLst>
                <a:latin typeface="宋体" pitchFamily="2" charset="-122"/>
              </a:rPr>
              <a:t>  </a:t>
            </a:r>
            <a:r>
              <a:rPr lang="en-US" altLang="zh-CN" b="1" dirty="0" err="1">
                <a:effectLst>
                  <a:outerShdw blurRad="38100" dist="38100" dir="2700000" algn="tl">
                    <a:srgbClr val="000000"/>
                  </a:outerShdw>
                </a:effectLst>
                <a:latin typeface="宋体" pitchFamily="2" charset="-122"/>
              </a:rPr>
              <a:t>putchar</a:t>
            </a:r>
            <a:r>
              <a:rPr lang="en-US" altLang="zh-CN" b="1" dirty="0">
                <a:effectLst>
                  <a:outerShdw blurRad="38100" dist="38100" dir="2700000" algn="tl">
                    <a:srgbClr val="000000"/>
                  </a:outerShdw>
                </a:effectLst>
                <a:latin typeface="宋体" pitchFamily="2" charset="-122"/>
              </a:rPr>
              <a:t>(</a:t>
            </a:r>
            <a:r>
              <a:rPr lang="en-US" altLang="zh-CN" b="1" dirty="0" err="1">
                <a:effectLst>
                  <a:outerShdw blurRad="38100" dist="38100" dir="2700000" algn="tl">
                    <a:srgbClr val="000000"/>
                  </a:outerShdw>
                </a:effectLst>
                <a:latin typeface="宋体" pitchFamily="2" charset="-122"/>
              </a:rPr>
              <a:t>ch</a:t>
            </a:r>
            <a:r>
              <a:rPr lang="en-US" altLang="zh-CN" b="1" dirty="0">
                <a:effectLst>
                  <a:outerShdw blurRad="38100" dist="38100" dir="2700000" algn="tl">
                    <a:srgbClr val="000000"/>
                  </a:outerShdw>
                </a:effectLst>
                <a:latin typeface="宋体" pitchFamily="2" charset="-122"/>
              </a:rPr>
              <a:t>);     </a:t>
            </a:r>
            <a:r>
              <a:rPr lang="en-US" altLang="zh-CN" sz="2400" b="1" dirty="0">
                <a:solidFill>
                  <a:srgbClr val="0000FF"/>
                </a:solidFill>
                <a:latin typeface="宋体" pitchFamily="2" charset="-122"/>
              </a:rPr>
              <a:t>/* </a:t>
            </a:r>
            <a:r>
              <a:rPr lang="zh-CN" altLang="en-US" sz="2400" b="1" dirty="0">
                <a:solidFill>
                  <a:srgbClr val="0000FF"/>
                </a:solidFill>
                <a:latin typeface="宋体" pitchFamily="2" charset="-122"/>
              </a:rPr>
              <a:t>输出字符 </a:t>
            </a:r>
            <a:r>
              <a:rPr lang="en-US" altLang="zh-CN" sz="2400" b="1" dirty="0">
                <a:solidFill>
                  <a:srgbClr val="0000FF"/>
                </a:solidFill>
                <a:latin typeface="宋体" pitchFamily="2" charset="-122"/>
              </a:rPr>
              <a:t>h */</a:t>
            </a:r>
            <a:endParaRPr lang="en-US" altLang="zh-CN" b="1" dirty="0">
              <a:solidFill>
                <a:srgbClr val="0000FF"/>
              </a:solidFill>
              <a:latin typeface="宋体" pitchFamily="2" charset="-122"/>
            </a:endParaRPr>
          </a:p>
          <a:p>
            <a:pPr>
              <a:lnSpc>
                <a:spcPct val="90000"/>
              </a:lnSpc>
              <a:spcBef>
                <a:spcPct val="10000"/>
              </a:spcBef>
              <a:buFont typeface="Monotype Sorts" pitchFamily="2" charset="2"/>
              <a:buNone/>
            </a:pPr>
            <a:r>
              <a:rPr lang="en-US" altLang="zh-CN" b="1" dirty="0">
                <a:effectLst>
                  <a:outerShdw blurRad="38100" dist="38100" dir="2700000" algn="tl">
                    <a:srgbClr val="000000"/>
                  </a:outerShdw>
                </a:effectLst>
                <a:latin typeface="宋体" pitchFamily="2" charset="-122"/>
              </a:rPr>
              <a:t>  </a:t>
            </a:r>
            <a:r>
              <a:rPr lang="en-US" altLang="zh-CN" b="1" dirty="0" err="1">
                <a:effectLst>
                  <a:outerShdw blurRad="38100" dist="38100" dir="2700000" algn="tl">
                    <a:srgbClr val="000000"/>
                  </a:outerShdw>
                </a:effectLst>
                <a:latin typeface="宋体" pitchFamily="2" charset="-122"/>
              </a:rPr>
              <a:t>putchar</a:t>
            </a:r>
            <a:r>
              <a:rPr lang="en-US" altLang="zh-CN" b="1" dirty="0">
                <a:effectLst>
                  <a:outerShdw blurRad="38100" dist="38100" dir="2700000" algn="tl">
                    <a:srgbClr val="000000"/>
                  </a:outerShdw>
                </a:effectLst>
                <a:latin typeface="宋体" pitchFamily="2" charset="-122"/>
              </a:rPr>
              <a:t>(</a:t>
            </a:r>
            <a:r>
              <a:rPr lang="en-US" altLang="zh-CN" b="1" dirty="0" err="1">
                <a:effectLst>
                  <a:outerShdw blurRad="38100" dist="38100" dir="2700000" algn="tl">
                    <a:srgbClr val="000000"/>
                  </a:outerShdw>
                </a:effectLst>
                <a:latin typeface="宋体" pitchFamily="2" charset="-122"/>
              </a:rPr>
              <a:t>i</a:t>
            </a:r>
            <a:r>
              <a:rPr lang="en-US" altLang="zh-CN" b="1" dirty="0">
                <a:effectLst>
                  <a:outerShdw blurRad="38100" dist="38100" dir="2700000" algn="tl">
                    <a:srgbClr val="000000"/>
                  </a:outerShdw>
                </a:effectLst>
                <a:latin typeface="宋体" pitchFamily="2" charset="-122"/>
              </a:rPr>
              <a:t>);      </a:t>
            </a:r>
            <a:r>
              <a:rPr lang="en-US" altLang="zh-CN" sz="2400" b="1" dirty="0">
                <a:solidFill>
                  <a:srgbClr val="0000FF"/>
                </a:solidFill>
                <a:latin typeface="宋体" pitchFamily="2" charset="-122"/>
              </a:rPr>
              <a:t>/* </a:t>
            </a:r>
            <a:r>
              <a:rPr lang="zh-CN" altLang="en-US" sz="2400" b="1" dirty="0">
                <a:solidFill>
                  <a:srgbClr val="0000FF"/>
                </a:solidFill>
                <a:latin typeface="宋体" pitchFamily="2" charset="-122"/>
              </a:rPr>
              <a:t>输出字符 </a:t>
            </a:r>
            <a:r>
              <a:rPr lang="en-US" altLang="zh-CN" sz="2400" b="1" dirty="0" err="1">
                <a:solidFill>
                  <a:srgbClr val="0000FF"/>
                </a:solidFill>
                <a:latin typeface="宋体" pitchFamily="2" charset="-122"/>
              </a:rPr>
              <a:t>i</a:t>
            </a:r>
            <a:r>
              <a:rPr lang="en-US" altLang="zh-CN" sz="2400" b="1" dirty="0">
                <a:solidFill>
                  <a:srgbClr val="0000FF"/>
                </a:solidFill>
                <a:latin typeface="宋体" pitchFamily="2" charset="-122"/>
              </a:rPr>
              <a:t> */</a:t>
            </a:r>
          </a:p>
          <a:p>
            <a:pPr>
              <a:lnSpc>
                <a:spcPct val="90000"/>
              </a:lnSpc>
              <a:spcBef>
                <a:spcPct val="10000"/>
              </a:spcBef>
              <a:buFont typeface="Monotype Sorts" pitchFamily="2" charset="2"/>
              <a:buNone/>
            </a:pPr>
            <a:r>
              <a:rPr lang="en-US" altLang="zh-CN" b="1" dirty="0">
                <a:effectLst>
                  <a:outerShdw blurRad="38100" dist="38100" dir="2700000" algn="tl">
                    <a:srgbClr val="000000"/>
                  </a:outerShdw>
                </a:effectLst>
                <a:latin typeface="宋体" pitchFamily="2" charset="-122"/>
              </a:rPr>
              <a:t>  </a:t>
            </a:r>
            <a:r>
              <a:rPr lang="en-US" altLang="zh-CN" b="1" dirty="0" err="1">
                <a:effectLst>
                  <a:outerShdw blurRad="38100" dist="38100" dir="2700000" algn="tl">
                    <a:srgbClr val="000000"/>
                  </a:outerShdw>
                </a:effectLst>
                <a:latin typeface="宋体" pitchFamily="2" charset="-122"/>
              </a:rPr>
              <a:t>putchar</a:t>
            </a:r>
            <a:r>
              <a:rPr lang="en-US" altLang="zh-CN" b="1" dirty="0">
                <a:effectLst>
                  <a:outerShdw blurRad="38100" dist="38100" dir="2700000" algn="tl">
                    <a:srgbClr val="000000"/>
                  </a:outerShdw>
                </a:effectLst>
                <a:latin typeface="宋体" pitchFamily="2" charset="-122"/>
              </a:rPr>
              <a:t>(</a:t>
            </a:r>
            <a:r>
              <a:rPr lang="en-US" altLang="zh-CN" b="1" dirty="0">
                <a:effectLst>
                  <a:outerShdw blurRad="38100" dist="38100" dir="2700000" algn="tl">
                    <a:srgbClr val="000000"/>
                  </a:outerShdw>
                </a:effectLst>
                <a:latin typeface="Courier New"/>
              </a:rPr>
              <a:t>’</a:t>
            </a:r>
            <a:r>
              <a:rPr lang="en-US" altLang="zh-CN" b="1" dirty="0">
                <a:effectLst>
                  <a:outerShdw blurRad="38100" dist="38100" dir="2700000" algn="tl">
                    <a:srgbClr val="000000"/>
                  </a:outerShdw>
                </a:effectLst>
                <a:latin typeface="宋体" pitchFamily="2" charset="-122"/>
              </a:rPr>
              <a:t>n</a:t>
            </a:r>
            <a:r>
              <a:rPr lang="en-US" altLang="zh-CN" b="1" dirty="0">
                <a:effectLst>
                  <a:outerShdw blurRad="38100" dist="38100" dir="2700000" algn="tl">
                    <a:srgbClr val="000000"/>
                  </a:outerShdw>
                </a:effectLst>
                <a:latin typeface="Courier New"/>
              </a:rPr>
              <a:t>’</a:t>
            </a:r>
            <a:r>
              <a:rPr lang="en-US" altLang="zh-CN" b="1" dirty="0">
                <a:effectLst>
                  <a:outerShdw blurRad="38100" dist="38100" dir="2700000" algn="tl">
                    <a:srgbClr val="000000"/>
                  </a:outerShdw>
                </a:effectLst>
                <a:latin typeface="宋体" pitchFamily="2" charset="-122"/>
              </a:rPr>
              <a:t>);   </a:t>
            </a:r>
            <a:r>
              <a:rPr lang="en-US" altLang="zh-CN" sz="2400" b="1" dirty="0">
                <a:solidFill>
                  <a:srgbClr val="0000FF"/>
                </a:solidFill>
                <a:latin typeface="宋体" pitchFamily="2" charset="-122"/>
              </a:rPr>
              <a:t>/* </a:t>
            </a:r>
            <a:r>
              <a:rPr lang="zh-CN" altLang="en-US" sz="2400" b="1" dirty="0">
                <a:solidFill>
                  <a:srgbClr val="0000FF"/>
                </a:solidFill>
                <a:latin typeface="宋体" pitchFamily="2" charset="-122"/>
              </a:rPr>
              <a:t>输出字符 </a:t>
            </a:r>
            <a:r>
              <a:rPr lang="en-US" altLang="zh-CN" sz="2400" b="1" dirty="0">
                <a:solidFill>
                  <a:srgbClr val="0000FF"/>
                </a:solidFill>
                <a:latin typeface="宋体" pitchFamily="2" charset="-122"/>
              </a:rPr>
              <a:t>n */</a:t>
            </a:r>
            <a:endParaRPr lang="en-US" altLang="zh-CN" b="1" dirty="0">
              <a:effectLst>
                <a:outerShdw blurRad="38100" dist="38100" dir="2700000" algn="tl">
                  <a:srgbClr val="000000"/>
                </a:outerShdw>
              </a:effectLst>
              <a:latin typeface="宋体" pitchFamily="2" charset="-122"/>
            </a:endParaRPr>
          </a:p>
          <a:p>
            <a:pPr>
              <a:lnSpc>
                <a:spcPct val="90000"/>
              </a:lnSpc>
              <a:spcBef>
                <a:spcPct val="10000"/>
              </a:spcBef>
              <a:buFont typeface="Monotype Sorts" pitchFamily="2" charset="2"/>
              <a:buNone/>
            </a:pPr>
            <a:r>
              <a:rPr lang="en-US" altLang="zh-CN" b="1" dirty="0">
                <a:effectLst>
                  <a:outerShdw blurRad="38100" dist="38100" dir="2700000" algn="tl">
                    <a:srgbClr val="000000"/>
                  </a:outerShdw>
                </a:effectLst>
                <a:latin typeface="宋体" pitchFamily="2" charset="-122"/>
              </a:rPr>
              <a:t>  </a:t>
            </a:r>
            <a:r>
              <a:rPr lang="en-US" altLang="zh-CN" b="1" dirty="0" err="1">
                <a:effectLst>
                  <a:outerShdw blurRad="38100" dist="38100" dir="2700000" algn="tl">
                    <a:srgbClr val="000000"/>
                  </a:outerShdw>
                </a:effectLst>
                <a:latin typeface="宋体" pitchFamily="2" charset="-122"/>
              </a:rPr>
              <a:t>putchar</a:t>
            </a:r>
            <a:r>
              <a:rPr lang="en-US" altLang="zh-CN" b="1" dirty="0">
                <a:effectLst>
                  <a:outerShdw blurRad="38100" dist="38100" dir="2700000" algn="tl">
                    <a:srgbClr val="000000"/>
                  </a:outerShdw>
                </a:effectLst>
                <a:latin typeface="宋体" pitchFamily="2" charset="-122"/>
              </a:rPr>
              <a:t>(</a:t>
            </a:r>
            <a:r>
              <a:rPr lang="en-US" altLang="zh-CN" b="1" dirty="0">
                <a:effectLst>
                  <a:outerShdw blurRad="38100" dist="38100" dir="2700000" algn="tl">
                    <a:srgbClr val="000000"/>
                  </a:outerShdw>
                </a:effectLst>
                <a:latin typeface="Courier New"/>
              </a:rPr>
              <a:t>’</a:t>
            </a:r>
            <a:r>
              <a:rPr lang="en-US" altLang="zh-CN" b="1" dirty="0">
                <a:effectLst>
                  <a:outerShdw blurRad="38100" dist="38100" dir="2700000" algn="tl">
                    <a:srgbClr val="000000"/>
                  </a:outerShdw>
                </a:effectLst>
                <a:latin typeface="宋体" pitchFamily="2" charset="-122"/>
              </a:rPr>
              <a:t>\141</a:t>
            </a:r>
            <a:r>
              <a:rPr lang="en-US" altLang="zh-CN" b="1" dirty="0">
                <a:effectLst>
                  <a:outerShdw blurRad="38100" dist="38100" dir="2700000" algn="tl">
                    <a:srgbClr val="000000"/>
                  </a:outerShdw>
                </a:effectLst>
                <a:latin typeface="Courier New"/>
              </a:rPr>
              <a:t>’</a:t>
            </a:r>
            <a:r>
              <a:rPr lang="en-US" altLang="zh-CN" sz="2400" b="1" dirty="0">
                <a:effectLst>
                  <a:outerShdw blurRad="38100" dist="38100" dir="2700000" algn="tl">
                    <a:srgbClr val="000000"/>
                  </a:outerShdw>
                </a:effectLst>
                <a:latin typeface="宋体" pitchFamily="2" charset="-122"/>
              </a:rPr>
              <a:t>); </a:t>
            </a:r>
            <a:r>
              <a:rPr lang="en-US" altLang="zh-CN" sz="2400" b="1" dirty="0">
                <a:solidFill>
                  <a:srgbClr val="0000FF"/>
                </a:solidFill>
                <a:latin typeface="宋体" pitchFamily="2" charset="-122"/>
              </a:rPr>
              <a:t>/* </a:t>
            </a:r>
            <a:r>
              <a:rPr lang="zh-CN" altLang="en-US" sz="2400" b="1" dirty="0">
                <a:solidFill>
                  <a:srgbClr val="0000FF"/>
                </a:solidFill>
                <a:latin typeface="宋体" pitchFamily="2" charset="-122"/>
              </a:rPr>
              <a:t>输出字符 </a:t>
            </a:r>
            <a:r>
              <a:rPr lang="en-US" altLang="zh-CN" sz="2400" b="1" dirty="0">
                <a:solidFill>
                  <a:srgbClr val="0000FF"/>
                </a:solidFill>
                <a:latin typeface="宋体" pitchFamily="2" charset="-122"/>
              </a:rPr>
              <a:t>a </a:t>
            </a:r>
            <a:r>
              <a:rPr lang="zh-CN" altLang="en-US" sz="2400" b="1" dirty="0">
                <a:solidFill>
                  <a:srgbClr val="0000FF"/>
                </a:solidFill>
                <a:latin typeface="宋体" pitchFamily="2" charset="-122"/>
              </a:rPr>
              <a:t>（</a:t>
            </a:r>
            <a:r>
              <a:rPr lang="en-US" altLang="zh-CN" sz="2400" b="1" dirty="0">
                <a:solidFill>
                  <a:srgbClr val="0000FF"/>
                </a:solidFill>
                <a:highlight>
                  <a:srgbClr val="FFFF00"/>
                </a:highlight>
                <a:latin typeface="宋体" pitchFamily="2" charset="-122"/>
              </a:rPr>
              <a:t>141</a:t>
            </a:r>
            <a:r>
              <a:rPr lang="zh-CN" altLang="en-US" sz="2400" b="1" dirty="0">
                <a:solidFill>
                  <a:srgbClr val="0000FF"/>
                </a:solidFill>
                <a:highlight>
                  <a:srgbClr val="FFFF00"/>
                </a:highlight>
                <a:latin typeface="宋体" pitchFamily="2" charset="-122"/>
              </a:rPr>
              <a:t>为八进制</a:t>
            </a:r>
            <a:r>
              <a:rPr lang="zh-CN" altLang="en-US" sz="2400" b="1" dirty="0">
                <a:solidFill>
                  <a:srgbClr val="0000FF"/>
                </a:solidFill>
                <a:latin typeface="宋体" pitchFamily="2" charset="-122"/>
              </a:rPr>
              <a:t>）*</a:t>
            </a:r>
            <a:r>
              <a:rPr lang="en-US" altLang="zh-CN" sz="2400" b="1" dirty="0">
                <a:solidFill>
                  <a:srgbClr val="0000FF"/>
                </a:solidFill>
                <a:latin typeface="宋体" pitchFamily="2" charset="-122"/>
              </a:rPr>
              <a:t>/</a:t>
            </a:r>
          </a:p>
          <a:p>
            <a:pPr>
              <a:lnSpc>
                <a:spcPct val="90000"/>
              </a:lnSpc>
              <a:spcBef>
                <a:spcPct val="10000"/>
              </a:spcBef>
              <a:buFont typeface="Monotype Sorts" pitchFamily="2" charset="2"/>
              <a:buNone/>
            </a:pPr>
            <a:r>
              <a:rPr lang="en-US" altLang="zh-CN" b="1" dirty="0">
                <a:effectLst>
                  <a:outerShdw blurRad="38100" dist="38100" dir="2700000" algn="tl">
                    <a:srgbClr val="000000"/>
                  </a:outerShdw>
                </a:effectLst>
                <a:latin typeface="宋体" pitchFamily="2" charset="-122"/>
              </a:rPr>
              <a:t>  </a:t>
            </a:r>
            <a:r>
              <a:rPr lang="en-US" altLang="zh-CN" b="1" dirty="0" err="1">
                <a:effectLst>
                  <a:outerShdw blurRad="38100" dist="38100" dir="2700000" algn="tl">
                    <a:srgbClr val="000000"/>
                  </a:outerShdw>
                </a:effectLst>
                <a:latin typeface="宋体" pitchFamily="2" charset="-122"/>
              </a:rPr>
              <a:t>putchar</a:t>
            </a:r>
            <a:r>
              <a:rPr lang="en-US" altLang="zh-CN" b="1" dirty="0">
                <a:effectLst>
                  <a:outerShdw blurRad="38100" dist="38100" dir="2700000" algn="tl">
                    <a:srgbClr val="000000"/>
                  </a:outerShdw>
                </a:effectLst>
                <a:latin typeface="宋体" pitchFamily="2" charset="-122"/>
              </a:rPr>
              <a:t>(</a:t>
            </a:r>
            <a:r>
              <a:rPr lang="en-US" altLang="zh-CN" b="1" dirty="0">
                <a:effectLst>
                  <a:outerShdw blurRad="38100" dist="38100" dir="2700000" algn="tl">
                    <a:srgbClr val="000000"/>
                  </a:outerShdw>
                </a:effectLst>
                <a:latin typeface="Courier New"/>
              </a:rPr>
              <a:t>’</a:t>
            </a:r>
            <a:r>
              <a:rPr lang="en-US" altLang="zh-CN" b="1" dirty="0">
                <a:effectLst>
                  <a:outerShdw blurRad="38100" dist="38100" dir="2700000" algn="tl">
                    <a:srgbClr val="000000"/>
                  </a:outerShdw>
                </a:effectLst>
                <a:latin typeface="宋体" pitchFamily="2" charset="-122"/>
              </a:rPr>
              <a:t>\n</a:t>
            </a:r>
            <a:r>
              <a:rPr lang="en-US" altLang="zh-CN" b="1" dirty="0">
                <a:effectLst>
                  <a:outerShdw blurRad="38100" dist="38100" dir="2700000" algn="tl">
                    <a:srgbClr val="000000"/>
                  </a:outerShdw>
                </a:effectLst>
                <a:latin typeface="Courier New"/>
              </a:rPr>
              <a:t>’</a:t>
            </a:r>
            <a:r>
              <a:rPr lang="en-US" altLang="zh-CN" b="1" dirty="0">
                <a:effectLst>
                  <a:outerShdw blurRad="38100" dist="38100" dir="2700000" algn="tl">
                    <a:srgbClr val="000000"/>
                  </a:outerShdw>
                </a:effectLst>
                <a:latin typeface="宋体" pitchFamily="2" charset="-122"/>
              </a:rPr>
              <a:t>);  </a:t>
            </a:r>
            <a:r>
              <a:rPr lang="en-US" altLang="zh-CN" sz="2400" b="1" dirty="0">
                <a:solidFill>
                  <a:srgbClr val="0000FF"/>
                </a:solidFill>
                <a:latin typeface="宋体" pitchFamily="2" charset="-122"/>
              </a:rPr>
              <a:t>/* </a:t>
            </a:r>
            <a:r>
              <a:rPr lang="zh-CN" altLang="en-US" sz="2400" b="1" dirty="0">
                <a:solidFill>
                  <a:srgbClr val="0000FF"/>
                </a:solidFill>
                <a:latin typeface="宋体" pitchFamily="2" charset="-122"/>
              </a:rPr>
              <a:t>输出一个换行符 *</a:t>
            </a:r>
            <a:r>
              <a:rPr lang="en-US" altLang="zh-CN" sz="2400" b="1" dirty="0">
                <a:solidFill>
                  <a:srgbClr val="0000FF"/>
                </a:solidFill>
                <a:latin typeface="宋体" pitchFamily="2" charset="-122"/>
              </a:rPr>
              <a:t>/</a:t>
            </a:r>
          </a:p>
          <a:p>
            <a:pPr>
              <a:lnSpc>
                <a:spcPct val="90000"/>
              </a:lnSpc>
              <a:spcBef>
                <a:spcPct val="10000"/>
              </a:spcBef>
              <a:buFont typeface="Monotype Sorts" pitchFamily="2" charset="2"/>
              <a:buNone/>
            </a:pPr>
            <a:r>
              <a:rPr lang="en-US" altLang="zh-CN" b="1" dirty="0">
                <a:effectLst>
                  <a:outerShdw blurRad="38100" dist="38100" dir="2700000" algn="tl">
                    <a:srgbClr val="000000"/>
                  </a:outerShdw>
                </a:effectLst>
                <a:latin typeface="宋体" pitchFamily="2" charset="-122"/>
              </a:rPr>
              <a:t>}       </a:t>
            </a:r>
          </a:p>
          <a:p>
            <a:pPr>
              <a:lnSpc>
                <a:spcPct val="90000"/>
              </a:lnSpc>
              <a:spcBef>
                <a:spcPct val="10000"/>
              </a:spcBef>
              <a:buFont typeface="Monotype Sorts" pitchFamily="2" charset="2"/>
              <a:buNone/>
            </a:pPr>
            <a:r>
              <a:rPr lang="zh-CN" altLang="en-US" b="1" dirty="0">
                <a:solidFill>
                  <a:srgbClr val="0000FF"/>
                </a:solidFill>
                <a:effectLst>
                  <a:outerShdw blurRad="38100" dist="38100" dir="2700000" algn="tl">
                    <a:srgbClr val="000000"/>
                  </a:outerShdw>
                </a:effectLst>
                <a:latin typeface="宋体" pitchFamily="2" charset="-122"/>
              </a:rPr>
              <a:t>运行该程序将输出  </a:t>
            </a:r>
            <a:r>
              <a:rPr lang="en-US" altLang="zh-CN" b="1" dirty="0">
                <a:solidFill>
                  <a:srgbClr val="0000FF"/>
                </a:solidFill>
                <a:effectLst>
                  <a:outerShdw blurRad="38100" dist="38100" dir="2700000" algn="tl">
                    <a:srgbClr val="000000"/>
                  </a:outerShdw>
                </a:effectLst>
                <a:latin typeface="宋体" pitchFamily="2" charset="-122"/>
              </a:rPr>
              <a:t>China</a:t>
            </a:r>
            <a:r>
              <a:rPr lang="en-US" altLang="zh-CN" b="1" dirty="0">
                <a:effectLst>
                  <a:outerShdw blurRad="38100" dist="38100" dir="2700000" algn="tl">
                    <a:srgbClr val="000000"/>
                  </a:outerShdw>
                </a:effectLst>
                <a:latin typeface="宋体" pitchFamily="2" charset="-122"/>
              </a:rPr>
              <a:t>    </a:t>
            </a:r>
          </a:p>
        </p:txBody>
      </p:sp>
      <p:sp>
        <p:nvSpPr>
          <p:cNvPr id="6" name="灯片编号占位符 5"/>
          <p:cNvSpPr>
            <a:spLocks noGrp="1"/>
          </p:cNvSpPr>
          <p:nvPr>
            <p:ph type="sldNum" sz="quarter" idx="12"/>
          </p:nvPr>
        </p:nvSpPr>
        <p:spPr/>
        <p:txBody>
          <a:bodyPr/>
          <a:lstStyle/>
          <a:p>
            <a:fld id="{5F8BEFCA-98B2-4FD3-A980-4F68BE9AE303}" type="slidenum">
              <a:rPr lang="en-US" altLang="zh-CN"/>
              <a:pPr/>
              <a:t>30</a:t>
            </a:fld>
            <a:endParaRPr lang="en-US" altLang="zh-CN"/>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2306" name="Rectangle 2"/>
          <p:cNvSpPr>
            <a:spLocks noGrp="1" noChangeArrowheads="1"/>
          </p:cNvSpPr>
          <p:nvPr>
            <p:ph type="title"/>
          </p:nvPr>
        </p:nvSpPr>
        <p:spPr>
          <a:xfrm>
            <a:off x="468313" y="228600"/>
            <a:ext cx="8447087" cy="685800"/>
          </a:xfrm>
        </p:spPr>
        <p:txBody>
          <a:bodyPr>
            <a:normAutofit/>
          </a:bodyPr>
          <a:lstStyle/>
          <a:p>
            <a:r>
              <a:rPr lang="zh-CN" altLang="en-US" sz="4000" dirty="0">
                <a:solidFill>
                  <a:schemeClr val="tx1"/>
                </a:solidFill>
                <a:latin typeface="黑体" pitchFamily="2" charset="-122"/>
                <a:ea typeface="黑体" pitchFamily="2" charset="-122"/>
              </a:rPr>
              <a:t>单个字符输入函数</a:t>
            </a:r>
            <a:endParaRPr lang="zh-CN" altLang="en-US" sz="3200" dirty="0">
              <a:solidFill>
                <a:schemeClr val="tx1"/>
              </a:solidFill>
              <a:latin typeface="黑体" pitchFamily="2" charset="-122"/>
              <a:ea typeface="黑体" pitchFamily="2" charset="-122"/>
            </a:endParaRPr>
          </a:p>
        </p:txBody>
      </p:sp>
      <p:sp>
        <p:nvSpPr>
          <p:cNvPr id="482307" name="Rectangle 3"/>
          <p:cNvSpPr>
            <a:spLocks noGrp="1" noChangeArrowheads="1"/>
          </p:cNvSpPr>
          <p:nvPr>
            <p:ph idx="1"/>
          </p:nvPr>
        </p:nvSpPr>
        <p:spPr>
          <a:xfrm>
            <a:off x="395288" y="1143000"/>
            <a:ext cx="8208962" cy="4949825"/>
          </a:xfrm>
        </p:spPr>
        <p:txBody>
          <a:bodyPr/>
          <a:lstStyle/>
          <a:p>
            <a:pPr marL="533400" indent="-533400" algn="just">
              <a:lnSpc>
                <a:spcPct val="90000"/>
              </a:lnSpc>
              <a:buFont typeface="Monotype Sorts" pitchFamily="2" charset="2"/>
              <a:buNone/>
            </a:pPr>
            <a:r>
              <a:rPr lang="zh-CN" altLang="en-US" sz="3200" b="1" dirty="0">
                <a:solidFill>
                  <a:srgbClr val="CC0000"/>
                </a:solidFill>
                <a:effectLst>
                  <a:outerShdw blurRad="38100" dist="38100" dir="2700000" algn="tl">
                    <a:srgbClr val="000000"/>
                  </a:outerShdw>
                </a:effectLst>
                <a:latin typeface="宋体" pitchFamily="2" charset="-122"/>
              </a:rPr>
              <a:t>格式：</a:t>
            </a:r>
            <a:r>
              <a:rPr lang="en-US" altLang="zh-CN" sz="3200" b="1" dirty="0" err="1">
                <a:effectLst>
                  <a:outerShdw blurRad="38100" dist="38100" dir="2700000" algn="tl">
                    <a:srgbClr val="000000"/>
                  </a:outerShdw>
                </a:effectLst>
                <a:latin typeface="宋体" pitchFamily="2" charset="-122"/>
              </a:rPr>
              <a:t>getchar</a:t>
            </a:r>
            <a:r>
              <a:rPr lang="en-US" altLang="zh-CN" sz="3200" b="1" dirty="0">
                <a:effectLst>
                  <a:outerShdw blurRad="38100" dist="38100" dir="2700000" algn="tl">
                    <a:srgbClr val="000000"/>
                  </a:outerShdw>
                </a:effectLst>
                <a:latin typeface="宋体" pitchFamily="2" charset="-122"/>
              </a:rPr>
              <a:t>( )</a:t>
            </a:r>
          </a:p>
          <a:p>
            <a:pPr marL="533400" indent="-533400" algn="just">
              <a:lnSpc>
                <a:spcPct val="90000"/>
              </a:lnSpc>
              <a:buFont typeface="Monotype Sorts" pitchFamily="2" charset="2"/>
              <a:buNone/>
            </a:pPr>
            <a:r>
              <a:rPr lang="zh-CN" altLang="en-US" sz="3200" b="1" dirty="0">
                <a:solidFill>
                  <a:srgbClr val="CC0000"/>
                </a:solidFill>
                <a:effectLst>
                  <a:outerShdw blurRad="38100" dist="38100" dir="2700000" algn="tl">
                    <a:srgbClr val="000000"/>
                  </a:outerShdw>
                </a:effectLst>
                <a:latin typeface="宋体" pitchFamily="2" charset="-122"/>
              </a:rPr>
              <a:t>功能：</a:t>
            </a:r>
            <a:r>
              <a:rPr lang="zh-CN" altLang="en-US" b="1" dirty="0">
                <a:effectLst>
                  <a:outerShdw blurRad="38100" dist="38100" dir="2700000" algn="tl">
                    <a:srgbClr val="000000"/>
                  </a:outerShdw>
                </a:effectLst>
                <a:latin typeface="宋体" pitchFamily="2" charset="-122"/>
              </a:rPr>
              <a:t>从标准输入设备上（通常为键盘）读取</a:t>
            </a:r>
            <a:br>
              <a:rPr lang="zh-CN" altLang="en-US" b="1" dirty="0">
                <a:effectLst>
                  <a:outerShdw blurRad="38100" dist="38100" dir="2700000" algn="tl">
                    <a:srgbClr val="000000"/>
                  </a:outerShdw>
                </a:effectLst>
                <a:latin typeface="宋体" pitchFamily="2" charset="-122"/>
              </a:rPr>
            </a:br>
            <a:r>
              <a:rPr lang="zh-CN" altLang="en-US" b="1" dirty="0">
                <a:effectLst>
                  <a:outerShdw blurRad="38100" dist="38100" dir="2700000" algn="tl">
                    <a:srgbClr val="000000"/>
                  </a:outerShdw>
                </a:effectLst>
                <a:latin typeface="宋体" pitchFamily="2" charset="-122"/>
              </a:rPr>
              <a:t>     一个字符的</a:t>
            </a:r>
            <a:r>
              <a:rPr lang="en-US" altLang="zh-CN" b="1" dirty="0">
                <a:effectLst>
                  <a:outerShdw blurRad="38100" dist="38100" dir="2700000" algn="tl">
                    <a:srgbClr val="000000"/>
                  </a:outerShdw>
                </a:effectLst>
                <a:latin typeface="宋体" pitchFamily="2" charset="-122"/>
              </a:rPr>
              <a:t>ASCII</a:t>
            </a:r>
            <a:r>
              <a:rPr lang="zh-CN" altLang="en-US" b="1" dirty="0">
                <a:effectLst>
                  <a:outerShdw blurRad="38100" dist="38100" dir="2700000" algn="tl">
                    <a:srgbClr val="000000"/>
                  </a:outerShdw>
                </a:effectLst>
                <a:latin typeface="宋体" pitchFamily="2" charset="-122"/>
              </a:rPr>
              <a:t>代码。</a:t>
            </a:r>
          </a:p>
          <a:p>
            <a:pPr marL="533400" indent="-533400" algn="just">
              <a:lnSpc>
                <a:spcPct val="90000"/>
              </a:lnSpc>
              <a:buFont typeface="Monotype Sorts" pitchFamily="2" charset="2"/>
              <a:buNone/>
            </a:pPr>
            <a:r>
              <a:rPr lang="zh-CN" altLang="en-US" sz="3200" b="1" dirty="0">
                <a:solidFill>
                  <a:srgbClr val="CC0000"/>
                </a:solidFill>
                <a:effectLst>
                  <a:outerShdw blurRad="38100" dist="38100" dir="2700000" algn="tl">
                    <a:srgbClr val="000000"/>
                  </a:outerShdw>
                </a:effectLst>
                <a:latin typeface="宋体" pitchFamily="2" charset="-122"/>
              </a:rPr>
              <a:t>说明：</a:t>
            </a:r>
          </a:p>
          <a:p>
            <a:pPr marL="533400" indent="-533400" algn="just">
              <a:lnSpc>
                <a:spcPct val="90000"/>
              </a:lnSpc>
              <a:buFont typeface="Monotype Sorts" pitchFamily="2" charset="2"/>
              <a:buNone/>
            </a:pPr>
            <a:r>
              <a:rPr lang="en-US" altLang="zh-CN" b="1" dirty="0">
                <a:effectLst>
                  <a:outerShdw blurRad="38100" dist="38100" dir="2700000" algn="tl">
                    <a:srgbClr val="000000"/>
                  </a:outerShdw>
                </a:effectLst>
                <a:latin typeface="宋体" pitchFamily="2" charset="-122"/>
              </a:rPr>
              <a:t>1. </a:t>
            </a:r>
            <a:r>
              <a:rPr lang="zh-CN" altLang="en-US" sz="3200" b="1" dirty="0">
                <a:effectLst>
                  <a:outerShdw blurRad="38100" dist="38100" dir="2700000" algn="tl">
                    <a:srgbClr val="000000"/>
                  </a:outerShdw>
                </a:effectLst>
                <a:latin typeface="宋体" pitchFamily="2" charset="-122"/>
              </a:rPr>
              <a:t>该函数没有参数，它只能接受一个输入字符。</a:t>
            </a:r>
          </a:p>
          <a:p>
            <a:pPr marL="533400" indent="-533400" algn="just">
              <a:lnSpc>
                <a:spcPct val="90000"/>
              </a:lnSpc>
              <a:buFont typeface="Monotype Sorts" pitchFamily="2" charset="2"/>
              <a:buNone/>
            </a:pPr>
            <a:r>
              <a:rPr lang="en-US" altLang="zh-CN" sz="3200" b="1" dirty="0">
                <a:effectLst>
                  <a:outerShdw blurRad="38100" dist="38100" dir="2700000" algn="tl">
                    <a:srgbClr val="000000"/>
                  </a:outerShdw>
                </a:effectLst>
                <a:latin typeface="宋体" pitchFamily="2" charset="-122"/>
              </a:rPr>
              <a:t>2. </a:t>
            </a:r>
            <a:r>
              <a:rPr lang="en-US" altLang="zh-CN" sz="3200" b="1" dirty="0" err="1">
                <a:effectLst>
                  <a:outerShdw blurRad="38100" dist="38100" dir="2700000" algn="tl">
                    <a:srgbClr val="000000"/>
                  </a:outerShdw>
                </a:effectLst>
                <a:latin typeface="宋体" pitchFamily="2" charset="-122"/>
              </a:rPr>
              <a:t>getchar</a:t>
            </a:r>
            <a:r>
              <a:rPr lang="en-US" altLang="zh-CN" sz="3200" b="1" dirty="0">
                <a:effectLst>
                  <a:outerShdw blurRad="38100" dist="38100" dir="2700000" algn="tl">
                    <a:srgbClr val="000000"/>
                  </a:outerShdw>
                </a:effectLst>
                <a:latin typeface="宋体" pitchFamily="2" charset="-122"/>
              </a:rPr>
              <a:t>()</a:t>
            </a:r>
            <a:r>
              <a:rPr lang="zh-CN" altLang="en-US" sz="3200" b="1" dirty="0">
                <a:effectLst>
                  <a:outerShdw blurRad="38100" dist="38100" dir="2700000" algn="tl">
                    <a:srgbClr val="000000"/>
                  </a:outerShdw>
                </a:effectLst>
                <a:latin typeface="宋体" pitchFamily="2" charset="-122"/>
              </a:rPr>
              <a:t>得到的字符可以赋给一个字符变量或整型变量，也可以不赋给任何变量。</a:t>
            </a:r>
          </a:p>
          <a:p>
            <a:pPr marL="533400" indent="-533400" algn="just">
              <a:lnSpc>
                <a:spcPct val="90000"/>
              </a:lnSpc>
              <a:buFont typeface="Monotype Sorts" pitchFamily="2" charset="2"/>
              <a:buNone/>
            </a:pPr>
            <a:r>
              <a:rPr lang="zh-CN" altLang="en-US" sz="3200" b="1" dirty="0">
                <a:effectLst>
                  <a:outerShdw blurRad="38100" dist="38100" dir="2700000" algn="tl">
                    <a:srgbClr val="000000"/>
                  </a:outerShdw>
                </a:effectLst>
                <a:latin typeface="宋体" pitchFamily="2" charset="-122"/>
              </a:rPr>
              <a:t>   </a:t>
            </a:r>
            <a:r>
              <a:rPr lang="zh-CN" altLang="en-US" sz="3200" b="1" dirty="0">
                <a:solidFill>
                  <a:srgbClr val="0000FF"/>
                </a:solidFill>
                <a:effectLst>
                  <a:outerShdw blurRad="38100" dist="38100" dir="2700000" algn="tl">
                    <a:srgbClr val="000000"/>
                  </a:outerShdw>
                </a:effectLst>
                <a:latin typeface="宋体" pitchFamily="2" charset="-122"/>
              </a:rPr>
              <a:t>例如： </a:t>
            </a:r>
            <a:r>
              <a:rPr lang="en-US" altLang="zh-CN" sz="3200" b="1" dirty="0" err="1">
                <a:solidFill>
                  <a:srgbClr val="0000FF"/>
                </a:solidFill>
                <a:effectLst>
                  <a:outerShdw blurRad="38100" dist="38100" dir="2700000" algn="tl">
                    <a:srgbClr val="000000"/>
                  </a:outerShdw>
                </a:effectLst>
                <a:latin typeface="宋体" pitchFamily="2" charset="-122"/>
              </a:rPr>
              <a:t>putchar</a:t>
            </a:r>
            <a:r>
              <a:rPr lang="en-US" altLang="zh-CN" sz="3200" b="1" dirty="0">
                <a:solidFill>
                  <a:srgbClr val="0000FF"/>
                </a:solidFill>
                <a:effectLst>
                  <a:outerShdw blurRad="38100" dist="38100" dir="2700000" algn="tl">
                    <a:srgbClr val="000000"/>
                  </a:outerShdw>
                </a:effectLst>
                <a:latin typeface="宋体" pitchFamily="2" charset="-122"/>
              </a:rPr>
              <a:t>(</a:t>
            </a:r>
            <a:r>
              <a:rPr lang="en-US" altLang="zh-CN" sz="3200" b="1" dirty="0" err="1">
                <a:solidFill>
                  <a:srgbClr val="0000FF"/>
                </a:solidFill>
                <a:effectLst>
                  <a:outerShdw blurRad="38100" dist="38100" dir="2700000" algn="tl">
                    <a:srgbClr val="000000"/>
                  </a:outerShdw>
                </a:effectLst>
                <a:latin typeface="宋体" pitchFamily="2" charset="-122"/>
              </a:rPr>
              <a:t>getchar</a:t>
            </a:r>
            <a:r>
              <a:rPr lang="en-US" altLang="zh-CN" sz="3200" b="1" dirty="0">
                <a:solidFill>
                  <a:srgbClr val="0000FF"/>
                </a:solidFill>
                <a:effectLst>
                  <a:outerShdw blurRad="38100" dist="38100" dir="2700000" algn="tl">
                    <a:srgbClr val="000000"/>
                  </a:outerShdw>
                </a:effectLst>
                <a:latin typeface="宋体" pitchFamily="2" charset="-122"/>
              </a:rPr>
              <a:t>())</a:t>
            </a:r>
          </a:p>
        </p:txBody>
      </p:sp>
      <p:sp>
        <p:nvSpPr>
          <p:cNvPr id="6" name="灯片编号占位符 5"/>
          <p:cNvSpPr>
            <a:spLocks noGrp="1"/>
          </p:cNvSpPr>
          <p:nvPr>
            <p:ph type="sldNum" sz="quarter" idx="12"/>
          </p:nvPr>
        </p:nvSpPr>
        <p:spPr/>
        <p:txBody>
          <a:bodyPr/>
          <a:lstStyle/>
          <a:p>
            <a:fld id="{C7B97931-91AD-4728-9146-D96D719BC57C}" type="slidenum">
              <a:rPr lang="en-US" altLang="zh-CN"/>
              <a:pPr/>
              <a:t>31</a:t>
            </a:fld>
            <a:endParaRPr lang="en-US" altLang="zh-CN"/>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3330" name="Rectangle 2"/>
          <p:cNvSpPr>
            <a:spLocks noGrp="1" noChangeArrowheads="1"/>
          </p:cNvSpPr>
          <p:nvPr>
            <p:ph type="title"/>
          </p:nvPr>
        </p:nvSpPr>
        <p:spPr>
          <a:xfrm>
            <a:off x="304800" y="228600"/>
            <a:ext cx="8610600" cy="685800"/>
          </a:xfrm>
        </p:spPr>
        <p:txBody>
          <a:bodyPr/>
          <a:lstStyle/>
          <a:p>
            <a:r>
              <a:rPr lang="en-US" altLang="zh-CN" sz="3600" dirty="0">
                <a:latin typeface="Times New Roman" pitchFamily="18" charset="0"/>
              </a:rPr>
              <a:t>【</a:t>
            </a:r>
            <a:r>
              <a:rPr lang="zh-CN" altLang="en-US" sz="3600" dirty="0">
                <a:latin typeface="Times New Roman" pitchFamily="18" charset="0"/>
              </a:rPr>
              <a:t>例</a:t>
            </a:r>
            <a:r>
              <a:rPr lang="en-US" altLang="zh-CN" sz="3600" dirty="0">
                <a:latin typeface="Times New Roman" pitchFamily="18" charset="0"/>
              </a:rPr>
              <a:t>2.3】</a:t>
            </a:r>
            <a:r>
              <a:rPr lang="zh-CN" altLang="en-US" sz="3600" dirty="0">
                <a:latin typeface="Times New Roman" pitchFamily="18" charset="0"/>
              </a:rPr>
              <a:t>使用</a:t>
            </a:r>
            <a:r>
              <a:rPr lang="en-US" altLang="zh-CN" sz="3600" dirty="0" err="1">
                <a:latin typeface="Times New Roman" pitchFamily="18" charset="0"/>
              </a:rPr>
              <a:t>putchar函数的</a:t>
            </a:r>
            <a:r>
              <a:rPr lang="zh-CN" altLang="en-US" sz="3600" dirty="0">
                <a:latin typeface="Times New Roman" pitchFamily="18" charset="0"/>
              </a:rPr>
              <a:t>示例</a:t>
            </a:r>
            <a:endParaRPr lang="zh-CN" altLang="en-US" sz="3600" dirty="0">
              <a:solidFill>
                <a:srgbClr val="0000FF"/>
              </a:solidFill>
              <a:effectLst/>
              <a:latin typeface="Times New Roman" pitchFamily="18" charset="0"/>
            </a:endParaRPr>
          </a:p>
        </p:txBody>
      </p:sp>
      <p:sp>
        <p:nvSpPr>
          <p:cNvPr id="483331" name="Rectangle 3"/>
          <p:cNvSpPr>
            <a:spLocks noGrp="1" noChangeArrowheads="1"/>
          </p:cNvSpPr>
          <p:nvPr>
            <p:ph idx="1"/>
          </p:nvPr>
        </p:nvSpPr>
        <p:spPr>
          <a:xfrm>
            <a:off x="323850" y="1143000"/>
            <a:ext cx="8610600" cy="5165725"/>
          </a:xfrm>
        </p:spPr>
        <p:txBody>
          <a:bodyPr/>
          <a:lstStyle/>
          <a:p>
            <a:pPr>
              <a:lnSpc>
                <a:spcPct val="90000"/>
              </a:lnSpc>
              <a:buFont typeface="Monotype Sorts" pitchFamily="2" charset="2"/>
              <a:buNone/>
            </a:pPr>
            <a:r>
              <a:rPr lang="en-US" altLang="zh-CN" b="1" dirty="0">
                <a:effectLst>
                  <a:outerShdw blurRad="38100" dist="38100" dir="2700000" algn="tl">
                    <a:srgbClr val="000000"/>
                  </a:outerShdw>
                </a:effectLst>
                <a:latin typeface="宋体" pitchFamily="2" charset="-122"/>
              </a:rPr>
              <a:t>#include &lt;</a:t>
            </a:r>
            <a:r>
              <a:rPr lang="en-US" altLang="zh-CN" b="1" dirty="0" err="1">
                <a:effectLst>
                  <a:outerShdw blurRad="38100" dist="38100" dir="2700000" algn="tl">
                    <a:srgbClr val="000000"/>
                  </a:outerShdw>
                </a:effectLst>
                <a:latin typeface="宋体" pitchFamily="2" charset="-122"/>
              </a:rPr>
              <a:t>stdio.h</a:t>
            </a:r>
            <a:r>
              <a:rPr lang="en-US" altLang="zh-CN" b="1" dirty="0">
                <a:effectLst>
                  <a:outerShdw blurRad="38100" dist="38100" dir="2700000" algn="tl">
                    <a:srgbClr val="000000"/>
                  </a:outerShdw>
                </a:effectLst>
                <a:latin typeface="宋体" pitchFamily="2" charset="-122"/>
              </a:rPr>
              <a:t>&gt;</a:t>
            </a:r>
          </a:p>
          <a:p>
            <a:pPr>
              <a:lnSpc>
                <a:spcPct val="90000"/>
              </a:lnSpc>
              <a:buFont typeface="Monotype Sorts" pitchFamily="2" charset="2"/>
              <a:buNone/>
            </a:pPr>
            <a:r>
              <a:rPr lang="en-US" altLang="zh-CN" b="1" dirty="0">
                <a:effectLst>
                  <a:outerShdw blurRad="38100" dist="38100" dir="2700000" algn="tl">
                    <a:srgbClr val="000000"/>
                  </a:outerShdw>
                </a:effectLst>
                <a:latin typeface="宋体" pitchFamily="2" charset="-122"/>
              </a:rPr>
              <a:t>void main()</a:t>
            </a:r>
          </a:p>
          <a:p>
            <a:pPr>
              <a:lnSpc>
                <a:spcPct val="90000"/>
              </a:lnSpc>
              <a:buFont typeface="Monotype Sorts" pitchFamily="2" charset="2"/>
              <a:buNone/>
            </a:pPr>
            <a:r>
              <a:rPr lang="en-US" altLang="zh-CN" b="1" dirty="0">
                <a:effectLst>
                  <a:outerShdw blurRad="38100" dist="38100" dir="2700000" algn="tl">
                    <a:srgbClr val="000000"/>
                  </a:outerShdw>
                </a:effectLst>
                <a:latin typeface="宋体" pitchFamily="2" charset="-122"/>
              </a:rPr>
              <a:t>{ char c ;</a:t>
            </a:r>
          </a:p>
          <a:p>
            <a:pPr>
              <a:lnSpc>
                <a:spcPct val="90000"/>
              </a:lnSpc>
              <a:buFont typeface="Monotype Sorts" pitchFamily="2" charset="2"/>
              <a:buNone/>
            </a:pPr>
            <a:r>
              <a:rPr lang="en-US" altLang="zh-CN" b="1" dirty="0">
                <a:effectLst>
                  <a:outerShdw blurRad="38100" dist="38100" dir="2700000" algn="tl">
                    <a:srgbClr val="000000"/>
                  </a:outerShdw>
                </a:effectLst>
                <a:latin typeface="宋体" pitchFamily="2" charset="-122"/>
              </a:rPr>
              <a:t>  c = </a:t>
            </a:r>
            <a:r>
              <a:rPr lang="en-US" altLang="zh-CN" b="1" dirty="0" err="1">
                <a:effectLst>
                  <a:outerShdw blurRad="38100" dist="38100" dir="2700000" algn="tl">
                    <a:srgbClr val="000000"/>
                  </a:outerShdw>
                </a:effectLst>
                <a:latin typeface="宋体" pitchFamily="2" charset="-122"/>
              </a:rPr>
              <a:t>getchar</a:t>
            </a:r>
            <a:r>
              <a:rPr lang="en-US" altLang="zh-CN" b="1" dirty="0">
                <a:effectLst>
                  <a:outerShdw blurRad="38100" dist="38100" dir="2700000" algn="tl">
                    <a:srgbClr val="000000"/>
                  </a:outerShdw>
                </a:effectLst>
                <a:latin typeface="宋体" pitchFamily="2" charset="-122"/>
              </a:rPr>
              <a:t>();  </a:t>
            </a:r>
            <a:r>
              <a:rPr lang="en-US" altLang="zh-CN" b="1" dirty="0">
                <a:solidFill>
                  <a:srgbClr val="0000FF"/>
                </a:solidFill>
                <a:latin typeface="宋体" pitchFamily="2" charset="-122"/>
              </a:rPr>
              <a:t>/* </a:t>
            </a:r>
            <a:r>
              <a:rPr lang="zh-CN" altLang="en-US" b="1" dirty="0">
                <a:solidFill>
                  <a:srgbClr val="0000FF"/>
                </a:solidFill>
                <a:latin typeface="宋体" pitchFamily="2" charset="-122"/>
              </a:rPr>
              <a:t>调用</a:t>
            </a:r>
            <a:r>
              <a:rPr lang="en-US" altLang="zh-CN" b="1" dirty="0" err="1">
                <a:solidFill>
                  <a:srgbClr val="0000FF"/>
                </a:solidFill>
                <a:latin typeface="宋体" pitchFamily="2" charset="-122"/>
              </a:rPr>
              <a:t>getchar</a:t>
            </a:r>
            <a:r>
              <a:rPr lang="en-US" altLang="zh-CN" b="1" dirty="0">
                <a:solidFill>
                  <a:srgbClr val="0000FF"/>
                </a:solidFill>
                <a:latin typeface="宋体" pitchFamily="2" charset="-122"/>
              </a:rPr>
              <a:t>()</a:t>
            </a:r>
            <a:r>
              <a:rPr lang="zh-CN" altLang="en-US" b="1" dirty="0">
                <a:solidFill>
                  <a:srgbClr val="0000FF"/>
                </a:solidFill>
                <a:latin typeface="宋体" pitchFamily="2" charset="-122"/>
              </a:rPr>
              <a:t>，无参数 *</a:t>
            </a:r>
            <a:r>
              <a:rPr lang="en-US" altLang="zh-CN" b="1" dirty="0">
                <a:solidFill>
                  <a:srgbClr val="0000FF"/>
                </a:solidFill>
                <a:latin typeface="宋体" pitchFamily="2" charset="-122"/>
              </a:rPr>
              <a:t>/</a:t>
            </a:r>
          </a:p>
          <a:p>
            <a:pPr>
              <a:lnSpc>
                <a:spcPct val="90000"/>
              </a:lnSpc>
              <a:buFont typeface="Monotype Sorts" pitchFamily="2" charset="2"/>
              <a:buNone/>
            </a:pPr>
            <a:r>
              <a:rPr lang="en-US" altLang="zh-CN" b="1" dirty="0">
                <a:effectLst>
                  <a:outerShdw blurRad="38100" dist="38100" dir="2700000" algn="tl">
                    <a:srgbClr val="000000"/>
                  </a:outerShdw>
                </a:effectLst>
                <a:latin typeface="宋体" pitchFamily="2" charset="-122"/>
              </a:rPr>
              <a:t>  </a:t>
            </a:r>
            <a:r>
              <a:rPr lang="en-US" altLang="zh-CN" b="1" dirty="0" err="1">
                <a:effectLst>
                  <a:outerShdw blurRad="38100" dist="38100" dir="2700000" algn="tl">
                    <a:srgbClr val="000000"/>
                  </a:outerShdw>
                </a:effectLst>
                <a:latin typeface="宋体" pitchFamily="2" charset="-122"/>
              </a:rPr>
              <a:t>putchar</a:t>
            </a:r>
            <a:r>
              <a:rPr lang="en-US" altLang="zh-CN" b="1" dirty="0">
                <a:effectLst>
                  <a:outerShdw blurRad="38100" dist="38100" dir="2700000" algn="tl">
                    <a:srgbClr val="000000"/>
                  </a:outerShdw>
                </a:effectLst>
                <a:latin typeface="宋体" pitchFamily="2" charset="-122"/>
              </a:rPr>
              <a:t>(c);     </a:t>
            </a:r>
            <a:r>
              <a:rPr lang="en-US" altLang="zh-CN" b="1" dirty="0">
                <a:solidFill>
                  <a:srgbClr val="0000FF"/>
                </a:solidFill>
                <a:latin typeface="宋体" pitchFamily="2" charset="-122"/>
              </a:rPr>
              <a:t>/* </a:t>
            </a:r>
            <a:r>
              <a:rPr lang="zh-CN" altLang="en-US" b="1" dirty="0">
                <a:solidFill>
                  <a:srgbClr val="0000FF"/>
                </a:solidFill>
                <a:latin typeface="宋体" pitchFamily="2" charset="-122"/>
              </a:rPr>
              <a:t>输出读入的字符 *</a:t>
            </a:r>
            <a:r>
              <a:rPr lang="en-US" altLang="zh-CN" b="1" dirty="0">
                <a:solidFill>
                  <a:srgbClr val="0000FF"/>
                </a:solidFill>
                <a:latin typeface="宋体" pitchFamily="2" charset="-122"/>
              </a:rPr>
              <a:t>/</a:t>
            </a:r>
          </a:p>
          <a:p>
            <a:pPr>
              <a:lnSpc>
                <a:spcPct val="90000"/>
              </a:lnSpc>
              <a:buFont typeface="Monotype Sorts" pitchFamily="2" charset="2"/>
              <a:buNone/>
            </a:pPr>
            <a:r>
              <a:rPr lang="en-US" altLang="zh-CN" b="1" dirty="0">
                <a:effectLst>
                  <a:outerShdw blurRad="38100" dist="38100" dir="2700000" algn="tl">
                    <a:srgbClr val="000000"/>
                  </a:outerShdw>
                </a:effectLst>
                <a:latin typeface="宋体" pitchFamily="2" charset="-122"/>
              </a:rPr>
              <a:t>  </a:t>
            </a:r>
            <a:r>
              <a:rPr lang="en-US" altLang="zh-CN" b="1" dirty="0" err="1">
                <a:effectLst>
                  <a:outerShdw blurRad="38100" dist="38100" dir="2700000" algn="tl">
                    <a:srgbClr val="000000"/>
                  </a:outerShdw>
                </a:effectLst>
                <a:latin typeface="宋体" pitchFamily="2" charset="-122"/>
              </a:rPr>
              <a:t>putchar</a:t>
            </a:r>
            <a:r>
              <a:rPr lang="en-US" altLang="zh-CN" b="1" dirty="0">
                <a:effectLst>
                  <a:outerShdw blurRad="38100" dist="38100" dir="2700000" algn="tl">
                    <a:srgbClr val="000000"/>
                  </a:outerShdw>
                </a:effectLst>
                <a:latin typeface="宋体" pitchFamily="2" charset="-122"/>
              </a:rPr>
              <a:t>(</a:t>
            </a:r>
            <a:r>
              <a:rPr lang="en-US" altLang="zh-CN" b="1" dirty="0">
                <a:effectLst>
                  <a:outerShdw blurRad="38100" dist="38100" dir="2700000" algn="tl">
                    <a:srgbClr val="000000"/>
                  </a:outerShdw>
                </a:effectLst>
                <a:latin typeface="Courier New"/>
              </a:rPr>
              <a:t>’</a:t>
            </a:r>
            <a:r>
              <a:rPr lang="en-US" altLang="zh-CN" b="1" dirty="0">
                <a:effectLst>
                  <a:outerShdw blurRad="38100" dist="38100" dir="2700000" algn="tl">
                    <a:srgbClr val="000000"/>
                  </a:outerShdw>
                </a:effectLst>
                <a:latin typeface="宋体" pitchFamily="2" charset="-122"/>
              </a:rPr>
              <a:t>\n</a:t>
            </a:r>
            <a:r>
              <a:rPr lang="en-US" altLang="zh-CN" b="1" dirty="0">
                <a:effectLst>
                  <a:outerShdw blurRad="38100" dist="38100" dir="2700000" algn="tl">
                    <a:srgbClr val="000000"/>
                  </a:outerShdw>
                </a:effectLst>
                <a:latin typeface="Courier New"/>
              </a:rPr>
              <a:t>’</a:t>
            </a:r>
            <a:r>
              <a:rPr lang="en-US" altLang="zh-CN" b="1" dirty="0">
                <a:effectLst>
                  <a:outerShdw blurRad="38100" dist="38100" dir="2700000" algn="tl">
                    <a:srgbClr val="000000"/>
                  </a:outerShdw>
                </a:effectLst>
                <a:latin typeface="宋体" pitchFamily="2" charset="-122"/>
              </a:rPr>
              <a:t>);  </a:t>
            </a:r>
            <a:r>
              <a:rPr lang="en-US" altLang="zh-CN" b="1" dirty="0">
                <a:solidFill>
                  <a:srgbClr val="0000FF"/>
                </a:solidFill>
                <a:latin typeface="宋体" pitchFamily="2" charset="-122"/>
              </a:rPr>
              <a:t>/* </a:t>
            </a:r>
            <a:r>
              <a:rPr lang="zh-CN" altLang="en-US" b="1" dirty="0">
                <a:solidFill>
                  <a:srgbClr val="0000FF"/>
                </a:solidFill>
                <a:latin typeface="宋体" pitchFamily="2" charset="-122"/>
              </a:rPr>
              <a:t>输出一个回车符 *</a:t>
            </a:r>
            <a:r>
              <a:rPr lang="en-US" altLang="zh-CN" b="1" dirty="0">
                <a:solidFill>
                  <a:srgbClr val="0000FF"/>
                </a:solidFill>
                <a:latin typeface="宋体" pitchFamily="2" charset="-122"/>
              </a:rPr>
              <a:t>/</a:t>
            </a:r>
          </a:p>
          <a:p>
            <a:pPr>
              <a:lnSpc>
                <a:spcPct val="90000"/>
              </a:lnSpc>
              <a:buFont typeface="Monotype Sorts" pitchFamily="2" charset="2"/>
              <a:buNone/>
            </a:pPr>
            <a:r>
              <a:rPr lang="en-US" altLang="zh-CN" b="1" dirty="0">
                <a:effectLst>
                  <a:outerShdw blurRad="38100" dist="38100" dir="2700000" algn="tl">
                    <a:srgbClr val="000000"/>
                  </a:outerShdw>
                </a:effectLst>
                <a:latin typeface="宋体" pitchFamily="2" charset="-122"/>
              </a:rPr>
              <a:t>}</a:t>
            </a:r>
          </a:p>
          <a:p>
            <a:pPr>
              <a:lnSpc>
                <a:spcPct val="90000"/>
              </a:lnSpc>
              <a:buFont typeface="Monotype Sorts" pitchFamily="2" charset="2"/>
              <a:buNone/>
            </a:pPr>
            <a:r>
              <a:rPr lang="zh-CN" altLang="en-US" b="1" dirty="0">
                <a:solidFill>
                  <a:srgbClr val="0000FF"/>
                </a:solidFill>
                <a:effectLst>
                  <a:outerShdw blurRad="38100" dist="38100" dir="2700000" algn="tl">
                    <a:srgbClr val="000000"/>
                  </a:outerShdw>
                </a:effectLst>
                <a:latin typeface="宋体" pitchFamily="2" charset="-122"/>
              </a:rPr>
              <a:t>若：</a:t>
            </a:r>
            <a:r>
              <a:rPr lang="zh-CN" altLang="en-US" b="1" dirty="0">
                <a:effectLst>
                  <a:outerShdw blurRad="38100" dist="38100" dir="2700000" algn="tl">
                    <a:srgbClr val="000000"/>
                  </a:outerShdw>
                </a:effectLst>
                <a:latin typeface="宋体" pitchFamily="2" charset="-122"/>
              </a:rPr>
              <a:t>程序运行时从键盘键入字符 </a:t>
            </a:r>
            <a:r>
              <a:rPr lang="en-US" altLang="zh-CN" b="1" dirty="0">
                <a:effectLst>
                  <a:outerShdw blurRad="38100" dist="38100" dir="2700000" algn="tl">
                    <a:srgbClr val="000000"/>
                  </a:outerShdw>
                </a:effectLst>
                <a:latin typeface="宋体" pitchFamily="2" charset="-122"/>
              </a:rPr>
              <a:t>Z</a:t>
            </a:r>
            <a:endParaRPr lang="zh-CN" altLang="en-US" b="1" dirty="0">
              <a:effectLst>
                <a:outerShdw blurRad="38100" dist="38100" dir="2700000" algn="tl">
                  <a:srgbClr val="000000"/>
                </a:outerShdw>
              </a:effectLst>
              <a:latin typeface="宋体" pitchFamily="2" charset="-122"/>
            </a:endParaRPr>
          </a:p>
          <a:p>
            <a:pPr>
              <a:lnSpc>
                <a:spcPct val="90000"/>
              </a:lnSpc>
              <a:buFont typeface="Monotype Sorts" pitchFamily="2" charset="2"/>
              <a:buNone/>
            </a:pPr>
            <a:r>
              <a:rPr lang="zh-CN" altLang="en-US" b="1" dirty="0">
                <a:solidFill>
                  <a:srgbClr val="0000FF"/>
                </a:solidFill>
                <a:effectLst>
                  <a:outerShdw blurRad="38100" dist="38100" dir="2700000" algn="tl">
                    <a:srgbClr val="000000"/>
                  </a:outerShdw>
                </a:effectLst>
                <a:latin typeface="宋体" pitchFamily="2" charset="-122"/>
              </a:rPr>
              <a:t>则：</a:t>
            </a:r>
            <a:r>
              <a:rPr lang="zh-CN" altLang="en-US" b="1" dirty="0">
                <a:effectLst>
                  <a:outerShdw blurRad="38100" dist="38100" dir="2700000" algn="tl">
                    <a:srgbClr val="000000"/>
                  </a:outerShdw>
                </a:effectLst>
                <a:latin typeface="宋体" pitchFamily="2" charset="-122"/>
              </a:rPr>
              <a:t>程序输出</a:t>
            </a:r>
          </a:p>
          <a:p>
            <a:pPr>
              <a:lnSpc>
                <a:spcPct val="90000"/>
              </a:lnSpc>
              <a:buFont typeface="Monotype Sorts" pitchFamily="2" charset="2"/>
              <a:buNone/>
            </a:pPr>
            <a:r>
              <a:rPr lang="zh-CN" altLang="en-US" b="1" dirty="0">
                <a:effectLst>
                  <a:outerShdw blurRad="38100" dist="38100" dir="2700000" algn="tl">
                    <a:srgbClr val="000000"/>
                  </a:outerShdw>
                </a:effectLst>
                <a:latin typeface="宋体" pitchFamily="2" charset="-122"/>
              </a:rPr>
              <a:t>      </a:t>
            </a:r>
            <a:r>
              <a:rPr lang="en-US" altLang="zh-CN" b="1" dirty="0">
                <a:effectLst>
                  <a:outerShdw blurRad="38100" dist="38100" dir="2700000" algn="tl">
                    <a:srgbClr val="000000"/>
                  </a:outerShdw>
                </a:effectLst>
                <a:latin typeface="宋体" pitchFamily="2" charset="-122"/>
              </a:rPr>
              <a:t>Z     </a:t>
            </a:r>
            <a:r>
              <a:rPr lang="zh-CN" altLang="en-US" b="1" dirty="0">
                <a:effectLst>
                  <a:outerShdw blurRad="38100" dist="38100" dir="2700000" algn="tl">
                    <a:srgbClr val="000000"/>
                  </a:outerShdw>
                </a:effectLst>
                <a:latin typeface="宋体" pitchFamily="2" charset="-122"/>
              </a:rPr>
              <a:t>（ 其中变量 </a:t>
            </a:r>
            <a:r>
              <a:rPr lang="en-US" altLang="zh-CN" b="1" dirty="0">
                <a:effectLst>
                  <a:outerShdw blurRad="38100" dist="38100" dir="2700000" algn="tl">
                    <a:srgbClr val="000000"/>
                  </a:outerShdw>
                </a:effectLst>
                <a:latin typeface="宋体" pitchFamily="2" charset="-122"/>
              </a:rPr>
              <a:t>c </a:t>
            </a:r>
            <a:r>
              <a:rPr lang="zh-CN" altLang="en-US" b="1" dirty="0">
                <a:effectLst>
                  <a:outerShdw blurRad="38100" dist="38100" dir="2700000" algn="tl">
                    <a:srgbClr val="000000"/>
                  </a:outerShdw>
                </a:effectLst>
                <a:latin typeface="宋体" pitchFamily="2" charset="-122"/>
              </a:rPr>
              <a:t>的值为 </a:t>
            </a:r>
            <a:r>
              <a:rPr lang="zh-CN" altLang="en-US" b="1" dirty="0">
                <a:effectLst>
                  <a:outerShdw blurRad="38100" dist="38100" dir="2700000" algn="tl">
                    <a:srgbClr val="000000"/>
                  </a:outerShdw>
                </a:effectLst>
                <a:latin typeface="Courier New"/>
              </a:rPr>
              <a:t>’</a:t>
            </a:r>
            <a:r>
              <a:rPr lang="en-US" altLang="zh-CN" b="1" dirty="0">
                <a:effectLst>
                  <a:outerShdw blurRad="38100" dist="38100" dir="2700000" algn="tl">
                    <a:srgbClr val="000000"/>
                  </a:outerShdw>
                </a:effectLst>
                <a:latin typeface="宋体" pitchFamily="2" charset="-122"/>
              </a:rPr>
              <a:t>Z</a:t>
            </a:r>
            <a:r>
              <a:rPr lang="en-US" altLang="zh-CN" b="1" dirty="0">
                <a:effectLst>
                  <a:outerShdw blurRad="38100" dist="38100" dir="2700000" algn="tl">
                    <a:srgbClr val="000000"/>
                  </a:outerShdw>
                </a:effectLst>
                <a:latin typeface="Courier New"/>
              </a:rPr>
              <a:t>’</a:t>
            </a:r>
            <a:r>
              <a:rPr lang="zh-CN" altLang="en-US" b="1" dirty="0">
                <a:effectLst>
                  <a:outerShdw blurRad="38100" dist="38100" dir="2700000" algn="tl">
                    <a:srgbClr val="000000"/>
                  </a:outerShdw>
                </a:effectLst>
                <a:latin typeface="宋体" pitchFamily="2" charset="-122"/>
              </a:rPr>
              <a:t>）</a:t>
            </a:r>
          </a:p>
        </p:txBody>
      </p:sp>
      <p:sp>
        <p:nvSpPr>
          <p:cNvPr id="6" name="灯片编号占位符 5"/>
          <p:cNvSpPr>
            <a:spLocks noGrp="1"/>
          </p:cNvSpPr>
          <p:nvPr>
            <p:ph type="sldNum" sz="quarter" idx="12"/>
          </p:nvPr>
        </p:nvSpPr>
        <p:spPr/>
        <p:txBody>
          <a:bodyPr/>
          <a:lstStyle/>
          <a:p>
            <a:fld id="{1730EBDE-6EC1-4A48-940E-B8C0625F0845}" type="slidenum">
              <a:rPr lang="en-US" altLang="zh-CN"/>
              <a:pPr/>
              <a:t>32</a:t>
            </a:fld>
            <a:endParaRPr lang="en-US" altLang="zh-CN"/>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5378" name="Rectangle 2"/>
          <p:cNvSpPr>
            <a:spLocks noGrp="1" noChangeArrowheads="1"/>
          </p:cNvSpPr>
          <p:nvPr>
            <p:ph type="title"/>
          </p:nvPr>
        </p:nvSpPr>
        <p:spPr>
          <a:xfrm>
            <a:off x="304800" y="228600"/>
            <a:ext cx="8610600" cy="685800"/>
          </a:xfrm>
        </p:spPr>
        <p:txBody>
          <a:bodyPr/>
          <a:lstStyle/>
          <a:p>
            <a:r>
              <a:rPr lang="zh-CN" altLang="en-US" sz="3600" b="1" dirty="0">
                <a:solidFill>
                  <a:schemeClr val="tx1"/>
                </a:solidFill>
                <a:latin typeface="黑体" pitchFamily="2" charset="-122"/>
                <a:ea typeface="黑体" pitchFamily="2" charset="-122"/>
              </a:rPr>
              <a:t>格式输出函数</a:t>
            </a:r>
            <a:endParaRPr lang="zh-CN" altLang="en-US" sz="4800" b="1" dirty="0">
              <a:solidFill>
                <a:schemeClr val="tx1"/>
              </a:solidFill>
              <a:latin typeface="黑体" pitchFamily="2" charset="-122"/>
              <a:ea typeface="黑体" pitchFamily="2" charset="-122"/>
            </a:endParaRPr>
          </a:p>
        </p:txBody>
      </p:sp>
      <p:sp>
        <p:nvSpPr>
          <p:cNvPr id="485379" name="Rectangle 3"/>
          <p:cNvSpPr>
            <a:spLocks noGrp="1" noChangeArrowheads="1"/>
          </p:cNvSpPr>
          <p:nvPr>
            <p:ph idx="1"/>
          </p:nvPr>
        </p:nvSpPr>
        <p:spPr>
          <a:xfrm>
            <a:off x="395288" y="981075"/>
            <a:ext cx="8424862" cy="5400675"/>
          </a:xfrm>
        </p:spPr>
        <p:txBody>
          <a:bodyPr>
            <a:noAutofit/>
          </a:bodyPr>
          <a:lstStyle/>
          <a:p>
            <a:pPr marL="536575" indent="-536575" algn="just">
              <a:lnSpc>
                <a:spcPct val="90000"/>
              </a:lnSpc>
              <a:buFont typeface="Monotype Sorts" pitchFamily="2" charset="2"/>
              <a:buNone/>
            </a:pPr>
            <a:r>
              <a:rPr lang="zh-CN" altLang="en-US" sz="2800" b="1" dirty="0">
                <a:latin typeface="宋体" pitchFamily="2" charset="-122"/>
              </a:rPr>
              <a:t>格式：</a:t>
            </a:r>
            <a:r>
              <a:rPr lang="en-US" altLang="zh-CN" sz="3600" b="1" dirty="0" err="1">
                <a:latin typeface="宋体" pitchFamily="2" charset="-122"/>
              </a:rPr>
              <a:t>printf</a:t>
            </a:r>
            <a:r>
              <a:rPr lang="en-US" altLang="zh-CN" sz="2800" b="1" dirty="0">
                <a:latin typeface="宋体" pitchFamily="2" charset="-122"/>
              </a:rPr>
              <a:t>(</a:t>
            </a:r>
            <a:r>
              <a:rPr lang="zh-CN" altLang="en-US" sz="3200" b="1" dirty="0">
                <a:latin typeface="黑体" pitchFamily="2" charset="-122"/>
                <a:ea typeface="黑体" pitchFamily="2" charset="-122"/>
              </a:rPr>
              <a:t>格式控制字符串</a:t>
            </a:r>
            <a:r>
              <a:rPr lang="zh-CN" altLang="en-US" sz="2800" b="1" dirty="0">
                <a:latin typeface="宋体" pitchFamily="2" charset="-122"/>
              </a:rPr>
              <a:t>，输出项，输出项，</a:t>
            </a:r>
            <a:r>
              <a:rPr lang="en-US" altLang="zh-CN" sz="2800" b="1" dirty="0">
                <a:latin typeface="宋体" pitchFamily="2" charset="-122"/>
              </a:rPr>
              <a:t>…)</a:t>
            </a:r>
          </a:p>
          <a:p>
            <a:pPr marL="536575" indent="-536575" algn="just">
              <a:lnSpc>
                <a:spcPct val="90000"/>
              </a:lnSpc>
              <a:buFont typeface="Monotype Sorts" pitchFamily="2" charset="2"/>
              <a:buNone/>
            </a:pPr>
            <a:r>
              <a:rPr lang="zh-CN" altLang="en-US" sz="2800" b="1" dirty="0">
                <a:latin typeface="宋体" pitchFamily="2" charset="-122"/>
              </a:rPr>
              <a:t>功能：将输出项按指定格式排版输出到标准设备上。</a:t>
            </a:r>
          </a:p>
          <a:p>
            <a:pPr marL="536575" indent="-536575" algn="just">
              <a:lnSpc>
                <a:spcPct val="90000"/>
              </a:lnSpc>
              <a:buFont typeface="Monotype Sorts" pitchFamily="2" charset="2"/>
              <a:buNone/>
            </a:pPr>
            <a:r>
              <a:rPr lang="zh-CN" altLang="en-US" sz="2800" b="1" dirty="0">
                <a:latin typeface="宋体" pitchFamily="2" charset="-122"/>
              </a:rPr>
              <a:t>其中：格式控制字符串是用双引号括起来的字符串</a:t>
            </a:r>
          </a:p>
          <a:p>
            <a:pPr marL="536575" indent="-536575" algn="just">
              <a:lnSpc>
                <a:spcPct val="90000"/>
              </a:lnSpc>
              <a:buFont typeface="Monotype Sorts" pitchFamily="2" charset="2"/>
              <a:buNone/>
            </a:pPr>
            <a:r>
              <a:rPr lang="zh-CN" altLang="en-US" sz="3200" b="1" dirty="0">
                <a:latin typeface="黑体" pitchFamily="2" charset="-122"/>
                <a:ea typeface="黑体" pitchFamily="2" charset="-122"/>
              </a:rPr>
              <a:t>格式控制字符串</a:t>
            </a:r>
            <a:r>
              <a:rPr lang="zh-CN" altLang="en-US" sz="2800" b="1" dirty="0">
                <a:solidFill>
                  <a:srgbClr val="000099"/>
                </a:solidFill>
                <a:latin typeface="宋体" pitchFamily="2" charset="-122"/>
              </a:rPr>
              <a:t>包含三类字符：</a:t>
            </a:r>
          </a:p>
          <a:p>
            <a:pPr marL="536575" indent="-536575" algn="just">
              <a:lnSpc>
                <a:spcPct val="90000"/>
              </a:lnSpc>
              <a:buFont typeface="Monotype Sorts" pitchFamily="2" charset="2"/>
              <a:buNone/>
            </a:pPr>
            <a:r>
              <a:rPr lang="en-US" altLang="zh-CN" sz="2800" b="1" dirty="0">
                <a:latin typeface="宋体" pitchFamily="2" charset="-122"/>
              </a:rPr>
              <a:t>1. </a:t>
            </a:r>
            <a:r>
              <a:rPr lang="zh-CN" altLang="en-US" sz="2800" b="1" dirty="0">
                <a:solidFill>
                  <a:srgbClr val="C00000"/>
                </a:solidFill>
                <a:latin typeface="宋体" pitchFamily="2" charset="-122"/>
              </a:rPr>
              <a:t>普通字符：</a:t>
            </a:r>
            <a:r>
              <a:rPr lang="zh-CN" altLang="en-US" sz="2800" b="1" dirty="0">
                <a:latin typeface="宋体" pitchFamily="2" charset="-122"/>
              </a:rPr>
              <a:t>要求按原样输出的字符。</a:t>
            </a:r>
          </a:p>
          <a:p>
            <a:pPr marL="536575" indent="-536575" algn="just">
              <a:lnSpc>
                <a:spcPct val="90000"/>
              </a:lnSpc>
              <a:buFont typeface="Monotype Sorts" pitchFamily="2" charset="2"/>
              <a:buNone/>
            </a:pPr>
            <a:r>
              <a:rPr lang="en-US" altLang="zh-CN" sz="2800" b="1" dirty="0">
                <a:latin typeface="宋体" pitchFamily="2" charset="-122"/>
              </a:rPr>
              <a:t>2. </a:t>
            </a:r>
            <a:r>
              <a:rPr lang="zh-CN" altLang="en-US" sz="2800" b="1" dirty="0">
                <a:solidFill>
                  <a:srgbClr val="C00000"/>
                </a:solidFill>
                <a:latin typeface="宋体" pitchFamily="2" charset="-122"/>
              </a:rPr>
              <a:t>转义字符：</a:t>
            </a:r>
            <a:r>
              <a:rPr lang="zh-CN" altLang="en-US" sz="2800" b="1" dirty="0">
                <a:latin typeface="宋体" pitchFamily="2" charset="-122"/>
              </a:rPr>
              <a:t>要求按转义字符的意义输出。如</a:t>
            </a:r>
            <a:r>
              <a:rPr lang="zh-CN" altLang="en-US" sz="2800" b="1" dirty="0">
                <a:latin typeface="Courier New"/>
              </a:rPr>
              <a:t>’</a:t>
            </a:r>
            <a:r>
              <a:rPr lang="en-US" altLang="zh-CN" sz="2800" b="1" dirty="0">
                <a:latin typeface="宋体" pitchFamily="2" charset="-122"/>
              </a:rPr>
              <a:t>\n</a:t>
            </a:r>
            <a:r>
              <a:rPr lang="en-US" altLang="zh-CN" sz="2800" b="1" dirty="0">
                <a:latin typeface="Courier New"/>
              </a:rPr>
              <a:t>’</a:t>
            </a:r>
            <a:r>
              <a:rPr lang="zh-CN" altLang="en-US" sz="2800" b="1" dirty="0">
                <a:latin typeface="宋体" pitchFamily="2" charset="-122"/>
              </a:rPr>
              <a:t>表示输出时回车换行，</a:t>
            </a:r>
            <a:r>
              <a:rPr lang="zh-CN" altLang="en-US" sz="2800" b="1" dirty="0">
                <a:latin typeface="Courier New"/>
              </a:rPr>
              <a:t>’</a:t>
            </a:r>
            <a:r>
              <a:rPr lang="en-US" altLang="zh-CN" sz="2800" b="1" dirty="0">
                <a:latin typeface="宋体" pitchFamily="2" charset="-122"/>
              </a:rPr>
              <a:t>\b</a:t>
            </a:r>
            <a:r>
              <a:rPr lang="en-US" altLang="zh-CN" sz="2800" b="1" dirty="0">
                <a:latin typeface="Courier New"/>
              </a:rPr>
              <a:t>’</a:t>
            </a:r>
            <a:r>
              <a:rPr lang="zh-CN" altLang="en-US" sz="2800" b="1" dirty="0">
                <a:latin typeface="宋体" pitchFamily="2" charset="-122"/>
              </a:rPr>
              <a:t>表示退格等。</a:t>
            </a:r>
          </a:p>
          <a:p>
            <a:pPr marL="536575" indent="-536575" algn="just">
              <a:lnSpc>
                <a:spcPct val="90000"/>
              </a:lnSpc>
              <a:buFont typeface="Monotype Sorts" pitchFamily="2" charset="2"/>
              <a:buNone/>
            </a:pPr>
            <a:r>
              <a:rPr lang="en-US" altLang="zh-CN" sz="2800" b="1" dirty="0">
                <a:latin typeface="宋体" pitchFamily="2" charset="-122"/>
              </a:rPr>
              <a:t>3. </a:t>
            </a:r>
            <a:r>
              <a:rPr lang="zh-CN" altLang="en-US" sz="2800" b="1" dirty="0">
                <a:solidFill>
                  <a:srgbClr val="C00000"/>
                </a:solidFill>
                <a:latin typeface="宋体" pitchFamily="2" charset="-122"/>
              </a:rPr>
              <a:t>格式转换说明：</a:t>
            </a:r>
            <a:r>
              <a:rPr lang="zh-CN" altLang="en-US" sz="2800" b="1" dirty="0">
                <a:latin typeface="宋体" pitchFamily="2" charset="-122"/>
              </a:rPr>
              <a:t>由“</a:t>
            </a:r>
            <a:r>
              <a:rPr lang="en-US" altLang="zh-CN" sz="2800" b="1" dirty="0">
                <a:latin typeface="宋体" pitchFamily="2" charset="-122"/>
              </a:rPr>
              <a:t>%”</a:t>
            </a:r>
            <a:r>
              <a:rPr lang="zh-CN" altLang="en-US" sz="2800" b="1" dirty="0">
                <a:latin typeface="宋体" pitchFamily="2" charset="-122"/>
              </a:rPr>
              <a:t>和格式字符组成，如</a:t>
            </a:r>
            <a:r>
              <a:rPr lang="en-US" altLang="zh-CN" sz="2800" b="1" dirty="0">
                <a:latin typeface="宋体" pitchFamily="2" charset="-122"/>
              </a:rPr>
              <a:t>%d</a:t>
            </a:r>
            <a:r>
              <a:rPr lang="zh-CN" altLang="en-US" sz="2800" b="1" dirty="0">
                <a:latin typeface="宋体" pitchFamily="2" charset="-122"/>
              </a:rPr>
              <a:t>、</a:t>
            </a:r>
            <a:r>
              <a:rPr lang="en-US" altLang="zh-CN" sz="2800" b="1" dirty="0">
                <a:latin typeface="宋体" pitchFamily="2" charset="-122"/>
              </a:rPr>
              <a:t>%f</a:t>
            </a:r>
            <a:r>
              <a:rPr lang="zh-CN" altLang="en-US" sz="2800" b="1" dirty="0">
                <a:latin typeface="宋体" pitchFamily="2" charset="-122"/>
              </a:rPr>
              <a:t>、</a:t>
            </a:r>
            <a:r>
              <a:rPr lang="en-US" altLang="zh-CN" sz="2800" b="1" dirty="0">
                <a:latin typeface="宋体" pitchFamily="2" charset="-122"/>
              </a:rPr>
              <a:t>%c</a:t>
            </a:r>
            <a:r>
              <a:rPr lang="zh-CN" altLang="en-US" sz="2800" b="1" dirty="0">
                <a:latin typeface="宋体" pitchFamily="2" charset="-122"/>
              </a:rPr>
              <a:t>、</a:t>
            </a:r>
            <a:r>
              <a:rPr lang="en-US" altLang="zh-CN" sz="2800" b="1" dirty="0">
                <a:latin typeface="宋体" pitchFamily="2" charset="-122"/>
              </a:rPr>
              <a:t>%s</a:t>
            </a:r>
            <a:r>
              <a:rPr lang="zh-CN" altLang="en-US" sz="2800" b="1" dirty="0">
                <a:latin typeface="宋体" pitchFamily="2" charset="-122"/>
              </a:rPr>
              <a:t>等。</a:t>
            </a:r>
          </a:p>
          <a:p>
            <a:pPr marL="536575" indent="-536575" algn="just">
              <a:lnSpc>
                <a:spcPct val="90000"/>
              </a:lnSpc>
              <a:spcBef>
                <a:spcPct val="0"/>
              </a:spcBef>
              <a:buFont typeface="Monotype Sorts" pitchFamily="2" charset="2"/>
              <a:buNone/>
            </a:pPr>
            <a:r>
              <a:rPr lang="zh-CN" altLang="en-US" sz="2800" b="1" dirty="0">
                <a:latin typeface="宋体" pitchFamily="2" charset="-122"/>
              </a:rPr>
              <a:t>例： </a:t>
            </a:r>
            <a:r>
              <a:rPr lang="en-US" altLang="zh-CN" sz="2800" b="1" dirty="0" err="1">
                <a:latin typeface="宋体" pitchFamily="2" charset="-122"/>
              </a:rPr>
              <a:t>int</a:t>
            </a:r>
            <a:r>
              <a:rPr lang="en-US" altLang="zh-CN" sz="2800" b="1" dirty="0">
                <a:latin typeface="宋体" pitchFamily="2" charset="-122"/>
              </a:rPr>
              <a:t> a=3, b=5;</a:t>
            </a:r>
          </a:p>
          <a:p>
            <a:pPr marL="536575" indent="-536575" algn="just">
              <a:lnSpc>
                <a:spcPct val="90000"/>
              </a:lnSpc>
              <a:spcBef>
                <a:spcPct val="0"/>
              </a:spcBef>
              <a:buFont typeface="Monotype Sorts" pitchFamily="2" charset="2"/>
              <a:buNone/>
            </a:pPr>
            <a:r>
              <a:rPr lang="en-US" altLang="zh-CN" sz="2800" b="1" dirty="0">
                <a:latin typeface="宋体" pitchFamily="2" charset="-122"/>
              </a:rPr>
              <a:t>   </a:t>
            </a:r>
            <a:r>
              <a:rPr lang="en-US" altLang="zh-CN" sz="3200" b="1" dirty="0" err="1">
                <a:latin typeface="宋体" pitchFamily="2" charset="-122"/>
              </a:rPr>
              <a:t>printf</a:t>
            </a:r>
            <a:r>
              <a:rPr lang="en-US" altLang="zh-CN" sz="3200" b="1" dirty="0">
                <a:latin typeface="宋体" pitchFamily="2" charset="-122"/>
              </a:rPr>
              <a:t>("a=%</a:t>
            </a:r>
            <a:r>
              <a:rPr lang="en-US" altLang="zh-CN" sz="3200" b="1" dirty="0" err="1">
                <a:latin typeface="宋体" pitchFamily="2" charset="-122"/>
              </a:rPr>
              <a:t>d,b</a:t>
            </a:r>
            <a:r>
              <a:rPr lang="en-US" altLang="zh-CN" sz="3200" b="1" dirty="0">
                <a:latin typeface="宋体" pitchFamily="2" charset="-122"/>
              </a:rPr>
              <a:t>=%</a:t>
            </a:r>
            <a:r>
              <a:rPr lang="en-US" altLang="zh-CN" sz="3200" b="1" dirty="0" err="1">
                <a:latin typeface="宋体" pitchFamily="2" charset="-122"/>
              </a:rPr>
              <a:t>d,a+b</a:t>
            </a:r>
            <a:r>
              <a:rPr lang="en-US" altLang="zh-CN" sz="3200" b="1" dirty="0">
                <a:latin typeface="宋体" pitchFamily="2" charset="-122"/>
              </a:rPr>
              <a:t>=%d\</a:t>
            </a:r>
            <a:r>
              <a:rPr lang="en-US" altLang="zh-CN" sz="3200" b="1" dirty="0" err="1">
                <a:latin typeface="宋体" pitchFamily="2" charset="-122"/>
              </a:rPr>
              <a:t>n",a,b,a+b</a:t>
            </a:r>
            <a:r>
              <a:rPr lang="en-US" altLang="zh-CN" sz="3200" b="1" dirty="0">
                <a:latin typeface="宋体" pitchFamily="2" charset="-122"/>
              </a:rPr>
              <a:t>);</a:t>
            </a:r>
            <a:endParaRPr lang="en-US" altLang="zh-CN" sz="2800" b="1" dirty="0">
              <a:latin typeface="宋体" pitchFamily="2" charset="-122"/>
            </a:endParaRPr>
          </a:p>
          <a:p>
            <a:pPr marL="536575" indent="-536575" algn="just">
              <a:lnSpc>
                <a:spcPct val="90000"/>
              </a:lnSpc>
              <a:spcBef>
                <a:spcPct val="0"/>
              </a:spcBef>
              <a:buFont typeface="Monotype Sorts" pitchFamily="2" charset="2"/>
              <a:buNone/>
            </a:pPr>
            <a:r>
              <a:rPr lang="zh-CN" altLang="en-US" sz="2800" b="1" dirty="0">
                <a:latin typeface="宋体" pitchFamily="2" charset="-122"/>
              </a:rPr>
              <a:t>结果：</a:t>
            </a:r>
            <a:r>
              <a:rPr lang="en-US" altLang="zh-CN" sz="2800" b="1" dirty="0">
                <a:latin typeface="宋体" pitchFamily="2" charset="-122"/>
              </a:rPr>
              <a:t>a=3,b=5,a+b=8</a:t>
            </a:r>
          </a:p>
        </p:txBody>
      </p:sp>
      <p:sp>
        <p:nvSpPr>
          <p:cNvPr id="6" name="灯片编号占位符 5"/>
          <p:cNvSpPr>
            <a:spLocks noGrp="1"/>
          </p:cNvSpPr>
          <p:nvPr>
            <p:ph type="sldNum" sz="quarter" idx="12"/>
          </p:nvPr>
        </p:nvSpPr>
        <p:spPr/>
        <p:txBody>
          <a:bodyPr/>
          <a:lstStyle/>
          <a:p>
            <a:fld id="{068F13F6-8BCC-484B-A8B4-7C4A49920BEF}" type="slidenum">
              <a:rPr lang="en-US" altLang="zh-CN"/>
              <a:pPr/>
              <a:t>33</a:t>
            </a:fld>
            <a:endParaRPr lang="en-US" altLang="zh-CN"/>
          </a:p>
        </p:txBody>
      </p:sp>
      <mc:AlternateContent xmlns:mc="http://schemas.openxmlformats.org/markup-compatibility/2006" xmlns:p14="http://schemas.microsoft.com/office/powerpoint/2010/main">
        <mc:Choice Requires="p14">
          <p:contentPart p14:bwMode="auto" r:id="rId2">
            <p14:nvContentPartPr>
              <p14:cNvPr id="2" name="墨迹 1"/>
              <p14:cNvContentPartPr/>
              <p14:nvPr/>
            </p14:nvContentPartPr>
            <p14:xfrm>
              <a:off x="6679800" y="2383200"/>
              <a:ext cx="1675080" cy="61560"/>
            </p14:xfrm>
          </p:contentPart>
        </mc:Choice>
        <mc:Fallback xmlns="">
          <p:pic>
            <p:nvPicPr>
              <p:cNvPr id="2" name="墨迹 1"/>
              <p:cNvPicPr/>
              <p:nvPr/>
            </p:nvPicPr>
            <p:blipFill>
              <a:blip r:embed="rId3" cstate="print"/>
              <a:stretch>
                <a:fillRect/>
              </a:stretch>
            </p:blipFill>
            <p:spPr>
              <a:xfrm>
                <a:off x="6668280" y="2370960"/>
                <a:ext cx="1697400" cy="87120"/>
              </a:xfrm>
              <a:prstGeom prst="rect">
                <a:avLst/>
              </a:prstGeom>
            </p:spPr>
          </p:pic>
        </mc:Fallback>
      </mc:AlternateContent>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85379">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85379">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85379">
                                            <p:txEl>
                                              <p:pRg st="5" end="5"/>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485379">
                                            <p:txEl>
                                              <p:pRg st="6" end="6"/>
                                            </p:txEl>
                                          </p:spTgt>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485379">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85379">
                                            <p:txEl>
                                              <p:pRg st="8" end="8"/>
                                            </p:txEl>
                                          </p:spTgt>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485379">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4834" name="Rectangle 2"/>
          <p:cNvSpPr>
            <a:spLocks noGrp="1" noChangeArrowheads="1"/>
          </p:cNvSpPr>
          <p:nvPr>
            <p:ph type="title"/>
          </p:nvPr>
        </p:nvSpPr>
        <p:spPr>
          <a:xfrm>
            <a:off x="357159" y="857232"/>
            <a:ext cx="8501122" cy="614363"/>
          </a:xfrm>
        </p:spPr>
        <p:txBody>
          <a:bodyPr>
            <a:noAutofit/>
          </a:bodyPr>
          <a:lstStyle/>
          <a:p>
            <a:r>
              <a:rPr lang="zh-CN" altLang="en-US" sz="4000" dirty="0">
                <a:solidFill>
                  <a:schemeClr val="tx1"/>
                </a:solidFill>
                <a:latin typeface="黑体" pitchFamily="2" charset="-122"/>
                <a:ea typeface="黑体" pitchFamily="2" charset="-122"/>
              </a:rPr>
              <a:t>格式转换说明</a:t>
            </a:r>
          </a:p>
        </p:txBody>
      </p:sp>
      <p:sp>
        <p:nvSpPr>
          <p:cNvPr id="504835" name="Rectangle 3"/>
          <p:cNvSpPr>
            <a:spLocks noGrp="1" noChangeArrowheads="1"/>
          </p:cNvSpPr>
          <p:nvPr>
            <p:ph idx="1"/>
          </p:nvPr>
        </p:nvSpPr>
        <p:spPr>
          <a:xfrm>
            <a:off x="357158" y="1457325"/>
            <a:ext cx="8424862" cy="5400675"/>
          </a:xfrm>
        </p:spPr>
        <p:txBody>
          <a:bodyPr/>
          <a:lstStyle/>
          <a:p>
            <a:pPr marL="536575" indent="-536575">
              <a:buFont typeface="Monotype Sorts" pitchFamily="2" charset="2"/>
              <a:buNone/>
            </a:pPr>
            <a:endParaRPr lang="en-US" altLang="zh-CN" sz="3200" b="1" dirty="0">
              <a:effectLst>
                <a:outerShdw blurRad="38100" dist="38100" dir="2700000" algn="tl">
                  <a:srgbClr val="000000"/>
                </a:outerShdw>
              </a:effectLst>
              <a:latin typeface="宋体" pitchFamily="2" charset="-122"/>
            </a:endParaRPr>
          </a:p>
          <a:p>
            <a:pPr marL="536575" indent="-536575">
              <a:buFont typeface="Monotype Sorts" pitchFamily="2" charset="2"/>
              <a:buNone/>
            </a:pPr>
            <a:r>
              <a:rPr lang="zh-CN" altLang="en-US" sz="3200" b="1" dirty="0">
                <a:effectLst>
                  <a:outerShdw blurRad="38100" dist="38100" dir="2700000" algn="tl">
                    <a:srgbClr val="000000"/>
                  </a:outerShdw>
                </a:effectLst>
                <a:latin typeface="宋体" pitchFamily="2" charset="-122"/>
              </a:rPr>
              <a:t>一般形式：</a:t>
            </a:r>
            <a:r>
              <a:rPr lang="zh-CN" altLang="en-US" sz="2000" b="1" dirty="0">
                <a:effectLst>
                  <a:outerShdw blurRad="38100" dist="38100" dir="2700000" algn="tl">
                    <a:srgbClr val="000000"/>
                  </a:outerShdw>
                </a:effectLst>
                <a:latin typeface="宋体" pitchFamily="2" charset="-122"/>
              </a:rPr>
              <a:t> </a:t>
            </a:r>
          </a:p>
          <a:p>
            <a:pPr marL="536575" indent="-536575">
              <a:buFont typeface="Monotype Sorts" pitchFamily="2" charset="2"/>
              <a:buNone/>
            </a:pPr>
            <a:r>
              <a:rPr lang="zh-CN" altLang="en-US" sz="2000" b="1" dirty="0">
                <a:effectLst>
                  <a:outerShdw blurRad="38100" dist="38100" dir="2700000" algn="tl">
                    <a:srgbClr val="000000"/>
                  </a:outerShdw>
                </a:effectLst>
                <a:latin typeface="宋体" pitchFamily="2" charset="-122"/>
              </a:rPr>
              <a:t> </a:t>
            </a:r>
            <a:r>
              <a:rPr lang="en-US" altLang="zh-CN" sz="3200" b="1" dirty="0">
                <a:solidFill>
                  <a:srgbClr val="CC0000"/>
                </a:solidFill>
                <a:effectLst>
                  <a:outerShdw blurRad="38100" dist="38100" dir="2700000" algn="tl">
                    <a:srgbClr val="000000"/>
                  </a:outerShdw>
                </a:effectLst>
                <a:latin typeface="宋体" pitchFamily="2" charset="-122"/>
              </a:rPr>
              <a:t>%</a:t>
            </a:r>
            <a:r>
              <a:rPr lang="en-US" altLang="zh-CN" sz="3200" b="1" dirty="0">
                <a:solidFill>
                  <a:srgbClr val="0000FF"/>
                </a:solidFill>
                <a:effectLst>
                  <a:outerShdw blurRad="38100" dist="38100" dir="2700000" algn="tl">
                    <a:srgbClr val="000000"/>
                  </a:outerShdw>
                </a:effectLst>
                <a:latin typeface="宋体" pitchFamily="2" charset="-122"/>
              </a:rPr>
              <a:t>[-][+][#][w][.p][h/l/L]</a:t>
            </a:r>
            <a:r>
              <a:rPr lang="zh-CN" altLang="en-US" sz="3200" b="1" dirty="0">
                <a:effectLst>
                  <a:outerShdw blurRad="38100" dist="38100" dir="2700000" algn="tl">
                    <a:srgbClr val="000000"/>
                  </a:outerShdw>
                </a:effectLst>
                <a:latin typeface="黑体" pitchFamily="2" charset="-122"/>
                <a:ea typeface="黑体" pitchFamily="2" charset="-122"/>
              </a:rPr>
              <a:t>输出格式符</a:t>
            </a:r>
          </a:p>
        </p:txBody>
      </p:sp>
      <p:sp>
        <p:nvSpPr>
          <p:cNvPr id="6" name="灯片编号占位符 5"/>
          <p:cNvSpPr>
            <a:spLocks noGrp="1"/>
          </p:cNvSpPr>
          <p:nvPr>
            <p:ph type="sldNum" sz="quarter" idx="12"/>
          </p:nvPr>
        </p:nvSpPr>
        <p:spPr/>
        <p:txBody>
          <a:bodyPr/>
          <a:lstStyle/>
          <a:p>
            <a:fld id="{1E0DB9BF-C824-4F3B-B2E5-A2B1706D5AA4}" type="slidenum">
              <a:rPr lang="en-US" altLang="zh-CN"/>
              <a:pPr/>
              <a:t>34</a:t>
            </a:fld>
            <a:endParaRPr lang="en-US" altLang="zh-CN"/>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5858" name="Rectangle 2"/>
          <p:cNvSpPr>
            <a:spLocks noGrp="1" noChangeArrowheads="1"/>
          </p:cNvSpPr>
          <p:nvPr>
            <p:ph type="title"/>
          </p:nvPr>
        </p:nvSpPr>
        <p:spPr>
          <a:xfrm>
            <a:off x="500034" y="285728"/>
            <a:ext cx="8142287" cy="685800"/>
          </a:xfrm>
        </p:spPr>
        <p:txBody>
          <a:bodyPr/>
          <a:lstStyle/>
          <a:p>
            <a:r>
              <a:rPr lang="zh-CN" altLang="en-US" sz="3600" b="1" dirty="0">
                <a:solidFill>
                  <a:schemeClr val="tx1"/>
                </a:solidFill>
                <a:latin typeface="黑体" pitchFamily="2" charset="-122"/>
                <a:ea typeface="黑体" pitchFamily="2" charset="-122"/>
              </a:rPr>
              <a:t>输出格式符表</a:t>
            </a:r>
          </a:p>
        </p:txBody>
      </p:sp>
      <p:sp>
        <p:nvSpPr>
          <p:cNvPr id="505859" name="Rectangle 3"/>
          <p:cNvSpPr>
            <a:spLocks noGrp="1" noChangeArrowheads="1"/>
          </p:cNvSpPr>
          <p:nvPr>
            <p:ph idx="1"/>
          </p:nvPr>
        </p:nvSpPr>
        <p:spPr>
          <a:xfrm>
            <a:off x="533400" y="1209675"/>
            <a:ext cx="8610600" cy="5648325"/>
          </a:xfrm>
        </p:spPr>
        <p:txBody>
          <a:bodyPr>
            <a:normAutofit/>
          </a:bodyPr>
          <a:lstStyle/>
          <a:p>
            <a:pPr algn="just">
              <a:lnSpc>
                <a:spcPct val="80000"/>
              </a:lnSpc>
              <a:buFont typeface="Monotype Sorts" pitchFamily="2" charset="2"/>
              <a:buNone/>
            </a:pPr>
            <a:r>
              <a:rPr lang="en-US" altLang="zh-CN" b="1" dirty="0">
                <a:effectLst>
                  <a:outerShdw blurRad="38100" dist="38100" dir="2700000" algn="tl">
                    <a:srgbClr val="000000"/>
                  </a:outerShdw>
                </a:effectLst>
                <a:latin typeface="宋体" pitchFamily="2" charset="-122"/>
              </a:rPr>
              <a:t> </a:t>
            </a:r>
            <a:r>
              <a:rPr lang="zh-CN" altLang="en-US" sz="3600" b="1" dirty="0">
                <a:latin typeface="宋体" pitchFamily="2" charset="-122"/>
              </a:rPr>
              <a:t>格式符	      意            义</a:t>
            </a:r>
            <a:r>
              <a:rPr lang="zh-CN" altLang="en-US" b="1" dirty="0">
                <a:latin typeface="宋体" pitchFamily="2" charset="-122"/>
              </a:rPr>
              <a:t>	</a:t>
            </a:r>
            <a:endParaRPr lang="zh-CN" altLang="en-US" b="1" dirty="0">
              <a:latin typeface="Times New Roman" pitchFamily="18" charset="0"/>
            </a:endParaRPr>
          </a:p>
          <a:p>
            <a:pPr>
              <a:lnSpc>
                <a:spcPct val="80000"/>
              </a:lnSpc>
              <a:buFont typeface="Monotype Sorts" pitchFamily="2" charset="2"/>
              <a:buNone/>
            </a:pPr>
            <a:r>
              <a:rPr lang="zh-CN" altLang="en-US" b="1" dirty="0">
                <a:latin typeface="宋体" pitchFamily="2" charset="-122"/>
              </a:rPr>
              <a:t> </a:t>
            </a:r>
            <a:r>
              <a:rPr lang="en-US" altLang="zh-CN" sz="3200" b="1" dirty="0">
                <a:solidFill>
                  <a:srgbClr val="C00000"/>
                </a:solidFill>
                <a:latin typeface="宋体" pitchFamily="2" charset="-122"/>
              </a:rPr>
              <a:t>%d	  </a:t>
            </a:r>
            <a:r>
              <a:rPr lang="zh-CN" altLang="en-US" sz="3200" b="1" dirty="0">
                <a:latin typeface="宋体" pitchFamily="2" charset="-122"/>
              </a:rPr>
              <a:t>整型数据以十进制形式输出	</a:t>
            </a:r>
            <a:endParaRPr lang="en-US" altLang="zh-CN" sz="3200" b="1" dirty="0">
              <a:latin typeface="宋体" pitchFamily="2" charset="-122"/>
            </a:endParaRPr>
          </a:p>
          <a:p>
            <a:pPr>
              <a:lnSpc>
                <a:spcPct val="80000"/>
              </a:lnSpc>
              <a:buFont typeface="Monotype Sorts" pitchFamily="2" charset="2"/>
              <a:buNone/>
            </a:pPr>
            <a:r>
              <a:rPr lang="en-US" altLang="zh-CN" sz="3200" b="1" dirty="0" err="1">
                <a:solidFill>
                  <a:schemeClr val="accent1"/>
                </a:solidFill>
                <a:latin typeface="宋体" pitchFamily="2" charset="-122"/>
              </a:rPr>
              <a:t>printf</a:t>
            </a:r>
            <a:r>
              <a:rPr lang="en-US" altLang="zh-CN" sz="3200" b="1" dirty="0">
                <a:solidFill>
                  <a:schemeClr val="accent1"/>
                </a:solidFill>
                <a:latin typeface="宋体" pitchFamily="2" charset="-122"/>
              </a:rPr>
              <a:t>(“%d”,16);         16</a:t>
            </a:r>
            <a:endParaRPr lang="zh-CN" altLang="en-US" sz="3200" b="1" dirty="0">
              <a:solidFill>
                <a:schemeClr val="accent1"/>
              </a:solidFill>
              <a:latin typeface="Times New Roman" pitchFamily="18" charset="0"/>
            </a:endParaRPr>
          </a:p>
          <a:p>
            <a:pPr>
              <a:lnSpc>
                <a:spcPct val="80000"/>
              </a:lnSpc>
              <a:buFont typeface="Monotype Sorts" pitchFamily="2" charset="2"/>
              <a:buNone/>
            </a:pPr>
            <a:r>
              <a:rPr lang="zh-CN" altLang="en-US" sz="3200" b="1" dirty="0">
                <a:latin typeface="宋体" pitchFamily="2" charset="-122"/>
              </a:rPr>
              <a:t> </a:t>
            </a:r>
            <a:r>
              <a:rPr lang="en-US" altLang="zh-CN" sz="3200" b="1" dirty="0">
                <a:solidFill>
                  <a:srgbClr val="C00000"/>
                </a:solidFill>
                <a:latin typeface="宋体" pitchFamily="2" charset="-122"/>
              </a:rPr>
              <a:t>%o</a:t>
            </a:r>
            <a:r>
              <a:rPr lang="en-US" altLang="zh-CN" sz="3200" b="1" dirty="0">
                <a:latin typeface="宋体" pitchFamily="2" charset="-122"/>
              </a:rPr>
              <a:t>	   </a:t>
            </a:r>
            <a:r>
              <a:rPr lang="zh-CN" altLang="en-US" sz="3200" b="1" dirty="0">
                <a:latin typeface="宋体" pitchFamily="2" charset="-122"/>
              </a:rPr>
              <a:t>整型数据以</a:t>
            </a:r>
            <a:r>
              <a:rPr lang="zh-CN" altLang="en-US" sz="3200" b="1" dirty="0">
                <a:highlight>
                  <a:srgbClr val="FFFF00"/>
                </a:highlight>
                <a:latin typeface="宋体" pitchFamily="2" charset="-122"/>
              </a:rPr>
              <a:t>八进制形式</a:t>
            </a:r>
            <a:r>
              <a:rPr lang="zh-CN" altLang="en-US" sz="3200" b="1" dirty="0">
                <a:latin typeface="宋体" pitchFamily="2" charset="-122"/>
              </a:rPr>
              <a:t>输出</a:t>
            </a:r>
            <a:endParaRPr lang="en-US" altLang="zh-CN" sz="3200" b="1" dirty="0">
              <a:latin typeface="宋体" pitchFamily="2" charset="-122"/>
            </a:endParaRPr>
          </a:p>
          <a:p>
            <a:pPr>
              <a:lnSpc>
                <a:spcPct val="80000"/>
              </a:lnSpc>
              <a:buFont typeface="Monotype Sorts" pitchFamily="2" charset="2"/>
              <a:buNone/>
            </a:pPr>
            <a:r>
              <a:rPr lang="en-US" altLang="zh-CN" sz="3200" b="1" dirty="0" err="1">
                <a:solidFill>
                  <a:schemeClr val="accent1"/>
                </a:solidFill>
                <a:latin typeface="宋体" pitchFamily="2" charset="-122"/>
              </a:rPr>
              <a:t>printf</a:t>
            </a:r>
            <a:r>
              <a:rPr lang="en-US" altLang="zh-CN" sz="3200" b="1" dirty="0">
                <a:solidFill>
                  <a:schemeClr val="accent1"/>
                </a:solidFill>
                <a:latin typeface="宋体" pitchFamily="2" charset="-122"/>
              </a:rPr>
              <a:t>(“%o”,16);</a:t>
            </a:r>
            <a:r>
              <a:rPr lang="zh-CN" altLang="en-US" sz="3200" b="1" dirty="0">
                <a:solidFill>
                  <a:schemeClr val="accent1"/>
                </a:solidFill>
                <a:latin typeface="宋体" pitchFamily="2" charset="-122"/>
              </a:rPr>
              <a:t>	     </a:t>
            </a:r>
            <a:r>
              <a:rPr lang="en-US" altLang="zh-CN" sz="3200" b="1" dirty="0">
                <a:solidFill>
                  <a:schemeClr val="accent1"/>
                </a:solidFill>
                <a:latin typeface="宋体" pitchFamily="2" charset="-122"/>
              </a:rPr>
              <a:t>20</a:t>
            </a:r>
            <a:endParaRPr lang="zh-CN" altLang="en-US" sz="3200" b="1" dirty="0">
              <a:solidFill>
                <a:schemeClr val="accent1"/>
              </a:solidFill>
              <a:latin typeface="Times New Roman" pitchFamily="18" charset="0"/>
            </a:endParaRPr>
          </a:p>
          <a:p>
            <a:pPr>
              <a:lnSpc>
                <a:spcPct val="80000"/>
              </a:lnSpc>
              <a:buFont typeface="Monotype Sorts" pitchFamily="2" charset="2"/>
              <a:buNone/>
            </a:pPr>
            <a:r>
              <a:rPr lang="zh-CN" altLang="en-US" sz="3200" b="1" dirty="0">
                <a:latin typeface="宋体" pitchFamily="2" charset="-122"/>
              </a:rPr>
              <a:t> </a:t>
            </a:r>
            <a:r>
              <a:rPr lang="en-US" altLang="zh-CN" sz="3200" b="1" dirty="0">
                <a:solidFill>
                  <a:srgbClr val="C00000"/>
                </a:solidFill>
                <a:latin typeface="宋体" pitchFamily="2" charset="-122"/>
              </a:rPr>
              <a:t>%x</a:t>
            </a:r>
            <a:r>
              <a:rPr lang="zh-CN" altLang="en-US" sz="3200" b="1" dirty="0">
                <a:solidFill>
                  <a:srgbClr val="C00000"/>
                </a:solidFill>
                <a:latin typeface="宋体" pitchFamily="2" charset="-122"/>
              </a:rPr>
              <a:t>或</a:t>
            </a:r>
            <a:r>
              <a:rPr lang="en-US" altLang="zh-CN" sz="3200" b="1" dirty="0">
                <a:solidFill>
                  <a:srgbClr val="C00000"/>
                </a:solidFill>
                <a:latin typeface="宋体" pitchFamily="2" charset="-122"/>
              </a:rPr>
              <a:t>X  </a:t>
            </a:r>
            <a:r>
              <a:rPr lang="zh-CN" altLang="en-US" sz="3200" b="1" dirty="0">
                <a:latin typeface="宋体" pitchFamily="2" charset="-122"/>
              </a:rPr>
              <a:t>整型数据以十六进制形式输出</a:t>
            </a:r>
            <a:endParaRPr lang="en-US" altLang="zh-CN" sz="3200" b="1" dirty="0">
              <a:latin typeface="宋体" pitchFamily="2" charset="-122"/>
            </a:endParaRPr>
          </a:p>
          <a:p>
            <a:pPr>
              <a:lnSpc>
                <a:spcPct val="80000"/>
              </a:lnSpc>
              <a:buFont typeface="Monotype Sorts" pitchFamily="2" charset="2"/>
              <a:buNone/>
            </a:pPr>
            <a:r>
              <a:rPr lang="en-US" altLang="zh-CN" sz="3200" b="1" dirty="0" err="1">
                <a:solidFill>
                  <a:schemeClr val="accent1"/>
                </a:solidFill>
                <a:latin typeface="宋体" pitchFamily="2" charset="-122"/>
              </a:rPr>
              <a:t>printf</a:t>
            </a:r>
            <a:r>
              <a:rPr lang="en-US" altLang="zh-CN" sz="3200" b="1" dirty="0">
                <a:solidFill>
                  <a:schemeClr val="accent1"/>
                </a:solidFill>
                <a:latin typeface="宋体" pitchFamily="2" charset="-122"/>
              </a:rPr>
              <a:t>(“%x”,16);         10   </a:t>
            </a:r>
            <a:r>
              <a:rPr lang="zh-CN" altLang="en-US" sz="3200" b="1" dirty="0">
                <a:solidFill>
                  <a:schemeClr val="accent1"/>
                </a:solidFill>
                <a:latin typeface="宋体" pitchFamily="2" charset="-122"/>
              </a:rPr>
              <a:t>	</a:t>
            </a:r>
            <a:endParaRPr lang="zh-CN" altLang="en-US" sz="3200" b="1" dirty="0">
              <a:solidFill>
                <a:schemeClr val="accent1"/>
              </a:solidFill>
              <a:latin typeface="Times New Roman" pitchFamily="18" charset="0"/>
            </a:endParaRPr>
          </a:p>
          <a:p>
            <a:pPr>
              <a:lnSpc>
                <a:spcPct val="80000"/>
              </a:lnSpc>
              <a:buFont typeface="Monotype Sorts" pitchFamily="2" charset="2"/>
              <a:buNone/>
            </a:pPr>
            <a:r>
              <a:rPr lang="zh-CN" altLang="en-US" sz="3200" b="1" dirty="0">
                <a:latin typeface="宋体" pitchFamily="2" charset="-122"/>
              </a:rPr>
              <a:t>  </a:t>
            </a:r>
            <a:r>
              <a:rPr lang="en-US" altLang="zh-CN" sz="3200" b="1" dirty="0">
                <a:solidFill>
                  <a:srgbClr val="C00000"/>
                </a:solidFill>
                <a:latin typeface="宋体" pitchFamily="2" charset="-122"/>
              </a:rPr>
              <a:t>%U</a:t>
            </a:r>
            <a:r>
              <a:rPr lang="en-US" altLang="zh-CN" sz="3200" b="1" dirty="0">
                <a:latin typeface="宋体" pitchFamily="2" charset="-122"/>
              </a:rPr>
              <a:t>	  </a:t>
            </a:r>
            <a:r>
              <a:rPr lang="zh-CN" altLang="en-US" sz="3200" b="1" dirty="0">
                <a:latin typeface="宋体" pitchFamily="2" charset="-122"/>
              </a:rPr>
              <a:t>无符号整型数据以十进制形式输出	</a:t>
            </a:r>
            <a:endParaRPr lang="en-US" altLang="zh-CN" sz="3200" b="1" dirty="0">
              <a:latin typeface="宋体" pitchFamily="2" charset="-122"/>
            </a:endParaRPr>
          </a:p>
          <a:p>
            <a:pPr>
              <a:lnSpc>
                <a:spcPct val="80000"/>
              </a:lnSpc>
              <a:buFont typeface="Monotype Sorts" pitchFamily="2" charset="2"/>
              <a:buNone/>
            </a:pPr>
            <a:r>
              <a:rPr lang="en-US" altLang="zh-CN" sz="3200" b="1" dirty="0" err="1">
                <a:solidFill>
                  <a:schemeClr val="accent1"/>
                </a:solidFill>
                <a:latin typeface="宋体" pitchFamily="2" charset="-122"/>
              </a:rPr>
              <a:t>printf</a:t>
            </a:r>
            <a:r>
              <a:rPr lang="en-US" altLang="zh-CN" sz="3200" b="1" dirty="0">
                <a:solidFill>
                  <a:schemeClr val="accent1"/>
                </a:solidFill>
                <a:latin typeface="宋体" pitchFamily="2" charset="-122"/>
              </a:rPr>
              <a:t>(“%u”,-1);         4294967295</a:t>
            </a:r>
            <a:endParaRPr lang="zh-CN" altLang="en-US" b="1" dirty="0">
              <a:solidFill>
                <a:schemeClr val="accent1"/>
              </a:solidFill>
              <a:latin typeface="Times New Roman" pitchFamily="18" charset="0"/>
            </a:endParaRPr>
          </a:p>
          <a:p>
            <a:pPr>
              <a:lnSpc>
                <a:spcPct val="80000"/>
              </a:lnSpc>
              <a:buFont typeface="Monotype Sorts" pitchFamily="2" charset="2"/>
              <a:buNone/>
            </a:pPr>
            <a:endParaRPr lang="en-US" altLang="zh-CN" b="1" dirty="0">
              <a:latin typeface="Times New Roman" pitchFamily="18" charset="0"/>
            </a:endParaRPr>
          </a:p>
        </p:txBody>
      </p:sp>
      <p:sp>
        <p:nvSpPr>
          <p:cNvPr id="6" name="灯片编号占位符 5"/>
          <p:cNvSpPr>
            <a:spLocks noGrp="1"/>
          </p:cNvSpPr>
          <p:nvPr>
            <p:ph type="sldNum" sz="quarter" idx="12"/>
          </p:nvPr>
        </p:nvSpPr>
        <p:spPr/>
        <p:txBody>
          <a:bodyPr/>
          <a:lstStyle/>
          <a:p>
            <a:fld id="{D8ED1F59-6772-4B0B-A950-998220AB877D}" type="slidenum">
              <a:rPr lang="en-US" altLang="zh-CN"/>
              <a:pPr/>
              <a:t>35</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05859">
                                            <p:txEl>
                                              <p:pRg st="3" end="3"/>
                                            </p:txEl>
                                          </p:spTgt>
                                        </p:tgtEl>
                                        <p:attrNameLst>
                                          <p:attrName>style.visibility</p:attrName>
                                        </p:attrNameLst>
                                      </p:cBhvr>
                                      <p:to>
                                        <p:strVal val="visible"/>
                                      </p:to>
                                    </p:set>
                                    <p:anim calcmode="lin" valueType="num">
                                      <p:cBhvr additive="base">
                                        <p:cTn id="7" dur="500" fill="hold"/>
                                        <p:tgtEl>
                                          <p:spTgt spid="505859">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05859">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505859">
                                            <p:txEl>
                                              <p:pRg st="4" end="4"/>
                                            </p:txEl>
                                          </p:spTgt>
                                        </p:tgtEl>
                                        <p:attrNameLst>
                                          <p:attrName>style.visibility</p:attrName>
                                        </p:attrNameLst>
                                      </p:cBhvr>
                                      <p:to>
                                        <p:strVal val="visible"/>
                                      </p:to>
                                    </p:set>
                                    <p:anim calcmode="lin" valueType="num">
                                      <p:cBhvr additive="base">
                                        <p:cTn id="11" dur="500" fill="hold"/>
                                        <p:tgtEl>
                                          <p:spTgt spid="505859">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505859">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505859">
                                            <p:txEl>
                                              <p:pRg st="5" end="5"/>
                                            </p:txEl>
                                          </p:spTgt>
                                        </p:tgtEl>
                                        <p:attrNameLst>
                                          <p:attrName>style.visibility</p:attrName>
                                        </p:attrNameLst>
                                      </p:cBhvr>
                                      <p:to>
                                        <p:strVal val="visible"/>
                                      </p:to>
                                    </p:set>
                                    <p:anim calcmode="lin" valueType="num">
                                      <p:cBhvr additive="base">
                                        <p:cTn id="17" dur="500" fill="hold"/>
                                        <p:tgtEl>
                                          <p:spTgt spid="505859">
                                            <p:txEl>
                                              <p:pRg st="5" end="5"/>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505859">
                                            <p:txEl>
                                              <p:pRg st="5" end="5"/>
                                            </p:txEl>
                                          </p:spTgt>
                                        </p:tgtEl>
                                        <p:attrNameLst>
                                          <p:attrName>ppt_y</p:attrName>
                                        </p:attrNameLst>
                                      </p:cBhvr>
                                      <p:tavLst>
                                        <p:tav tm="0">
                                          <p:val>
                                            <p:strVal val="1+#ppt_h/2"/>
                                          </p:val>
                                        </p:tav>
                                        <p:tav tm="100000">
                                          <p:val>
                                            <p:strVal val="#ppt_y"/>
                                          </p:val>
                                        </p:tav>
                                      </p:tavLst>
                                    </p:anim>
                                  </p:childTnLst>
                                </p:cTn>
                              </p:par>
                              <p:par>
                                <p:cTn id="19" presetID="2" presetClass="entr" presetSubtype="4" fill="hold" nodeType="withEffect">
                                  <p:stCondLst>
                                    <p:cond delay="0"/>
                                  </p:stCondLst>
                                  <p:childTnLst>
                                    <p:set>
                                      <p:cBhvr>
                                        <p:cTn id="20" dur="1" fill="hold">
                                          <p:stCondLst>
                                            <p:cond delay="0"/>
                                          </p:stCondLst>
                                        </p:cTn>
                                        <p:tgtEl>
                                          <p:spTgt spid="505859">
                                            <p:txEl>
                                              <p:pRg st="6" end="6"/>
                                            </p:txEl>
                                          </p:spTgt>
                                        </p:tgtEl>
                                        <p:attrNameLst>
                                          <p:attrName>style.visibility</p:attrName>
                                        </p:attrNameLst>
                                      </p:cBhvr>
                                      <p:to>
                                        <p:strVal val="visible"/>
                                      </p:to>
                                    </p:set>
                                    <p:anim calcmode="lin" valueType="num">
                                      <p:cBhvr additive="base">
                                        <p:cTn id="21" dur="500" fill="hold"/>
                                        <p:tgtEl>
                                          <p:spTgt spid="505859">
                                            <p:txEl>
                                              <p:pRg st="6" end="6"/>
                                            </p:txEl>
                                          </p:spTgt>
                                        </p:tgtEl>
                                        <p:attrNameLst>
                                          <p:attrName>ppt_x</p:attrName>
                                        </p:attrNameLst>
                                      </p:cBhvr>
                                      <p:tavLst>
                                        <p:tav tm="0">
                                          <p:val>
                                            <p:strVal val="#ppt_x"/>
                                          </p:val>
                                        </p:tav>
                                        <p:tav tm="100000">
                                          <p:val>
                                            <p:strVal val="#ppt_x"/>
                                          </p:val>
                                        </p:tav>
                                      </p:tavLst>
                                    </p:anim>
                                    <p:anim calcmode="lin" valueType="num">
                                      <p:cBhvr additive="base">
                                        <p:cTn id="22" dur="500" fill="hold"/>
                                        <p:tgtEl>
                                          <p:spTgt spid="505859">
                                            <p:txEl>
                                              <p:pRg st="6" end="6"/>
                                            </p:txEl>
                                          </p:spTgt>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505859">
                                            <p:txEl>
                                              <p:pRg st="7" end="7"/>
                                            </p:txEl>
                                          </p:spTgt>
                                        </p:tgtEl>
                                        <p:attrNameLst>
                                          <p:attrName>style.visibility</p:attrName>
                                        </p:attrNameLst>
                                      </p:cBhvr>
                                      <p:to>
                                        <p:strVal val="visible"/>
                                      </p:to>
                                    </p:set>
                                    <p:anim calcmode="lin" valueType="num">
                                      <p:cBhvr additive="base">
                                        <p:cTn id="27" dur="500" fill="hold"/>
                                        <p:tgtEl>
                                          <p:spTgt spid="505859">
                                            <p:txEl>
                                              <p:pRg st="7" end="7"/>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505859">
                                            <p:txEl>
                                              <p:pRg st="7" end="7"/>
                                            </p:txEl>
                                          </p:spTgt>
                                        </p:tgtEl>
                                        <p:attrNameLst>
                                          <p:attrName>ppt_y</p:attrName>
                                        </p:attrNameLst>
                                      </p:cBhvr>
                                      <p:tavLst>
                                        <p:tav tm="0">
                                          <p:val>
                                            <p:strVal val="1+#ppt_h/2"/>
                                          </p:val>
                                        </p:tav>
                                        <p:tav tm="100000">
                                          <p:val>
                                            <p:strVal val="#ppt_y"/>
                                          </p:val>
                                        </p:tav>
                                      </p:tavLst>
                                    </p:anim>
                                  </p:childTnLst>
                                </p:cTn>
                              </p:par>
                              <p:par>
                                <p:cTn id="29" presetID="2" presetClass="entr" presetSubtype="4" fill="hold" nodeType="withEffect">
                                  <p:stCondLst>
                                    <p:cond delay="0"/>
                                  </p:stCondLst>
                                  <p:childTnLst>
                                    <p:set>
                                      <p:cBhvr>
                                        <p:cTn id="30" dur="1" fill="hold">
                                          <p:stCondLst>
                                            <p:cond delay="0"/>
                                          </p:stCondLst>
                                        </p:cTn>
                                        <p:tgtEl>
                                          <p:spTgt spid="505859">
                                            <p:txEl>
                                              <p:pRg st="8" end="8"/>
                                            </p:txEl>
                                          </p:spTgt>
                                        </p:tgtEl>
                                        <p:attrNameLst>
                                          <p:attrName>style.visibility</p:attrName>
                                        </p:attrNameLst>
                                      </p:cBhvr>
                                      <p:to>
                                        <p:strVal val="visible"/>
                                      </p:to>
                                    </p:set>
                                    <p:anim calcmode="lin" valueType="num">
                                      <p:cBhvr additive="base">
                                        <p:cTn id="31" dur="500" fill="hold"/>
                                        <p:tgtEl>
                                          <p:spTgt spid="505859">
                                            <p:txEl>
                                              <p:pRg st="8" end="8"/>
                                            </p:txEl>
                                          </p:spTgt>
                                        </p:tgtEl>
                                        <p:attrNameLst>
                                          <p:attrName>ppt_x</p:attrName>
                                        </p:attrNameLst>
                                      </p:cBhvr>
                                      <p:tavLst>
                                        <p:tav tm="0">
                                          <p:val>
                                            <p:strVal val="#ppt_x"/>
                                          </p:val>
                                        </p:tav>
                                        <p:tav tm="100000">
                                          <p:val>
                                            <p:strVal val="#ppt_x"/>
                                          </p:val>
                                        </p:tav>
                                      </p:tavLst>
                                    </p:anim>
                                    <p:anim calcmode="lin" valueType="num">
                                      <p:cBhvr additive="base">
                                        <p:cTn id="32" dur="500" fill="hold"/>
                                        <p:tgtEl>
                                          <p:spTgt spid="505859">
                                            <p:txEl>
                                              <p:pRg st="8" end="8"/>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zh-CN" altLang="en-US" dirty="0"/>
          </a:p>
        </p:txBody>
      </p:sp>
      <p:sp>
        <p:nvSpPr>
          <p:cNvPr id="3" name="Content Placeholder 2"/>
          <p:cNvSpPr>
            <a:spLocks noGrp="1"/>
          </p:cNvSpPr>
          <p:nvPr>
            <p:ph idx="1"/>
          </p:nvPr>
        </p:nvSpPr>
        <p:spPr/>
        <p:txBody>
          <a:bodyPr/>
          <a:lstStyle/>
          <a:p>
            <a:pPr>
              <a:lnSpc>
                <a:spcPct val="80000"/>
              </a:lnSpc>
            </a:pPr>
            <a:r>
              <a:rPr lang="en-US" altLang="zh-CN" sz="3600" b="1" dirty="0">
                <a:solidFill>
                  <a:srgbClr val="C00000"/>
                </a:solidFill>
                <a:latin typeface="宋体" pitchFamily="2" charset="-122"/>
              </a:rPr>
              <a:t>%c	</a:t>
            </a:r>
            <a:r>
              <a:rPr lang="en-US" altLang="zh-CN" sz="3600" b="1" dirty="0">
                <a:latin typeface="宋体" pitchFamily="2" charset="-122"/>
              </a:rPr>
              <a:t>   </a:t>
            </a:r>
            <a:r>
              <a:rPr lang="zh-CN" altLang="en-US" sz="3600" b="1" dirty="0">
                <a:latin typeface="宋体" pitchFamily="2" charset="-122"/>
              </a:rPr>
              <a:t>以单个字符形式输出</a:t>
            </a:r>
            <a:endParaRPr lang="en-US" altLang="zh-CN" sz="3600" b="1" dirty="0">
              <a:latin typeface="宋体" pitchFamily="2" charset="-122"/>
            </a:endParaRPr>
          </a:p>
          <a:p>
            <a:pPr>
              <a:lnSpc>
                <a:spcPct val="80000"/>
              </a:lnSpc>
              <a:buNone/>
            </a:pPr>
            <a:r>
              <a:rPr lang="en-US" altLang="zh-CN" sz="3600" b="1" dirty="0" err="1">
                <a:solidFill>
                  <a:schemeClr val="accent1"/>
                </a:solidFill>
                <a:latin typeface="宋体" pitchFamily="2" charset="-122"/>
              </a:rPr>
              <a:t>printf</a:t>
            </a:r>
            <a:r>
              <a:rPr lang="en-US" altLang="zh-CN" sz="3600" b="1" dirty="0">
                <a:solidFill>
                  <a:schemeClr val="accent1"/>
                </a:solidFill>
                <a:latin typeface="宋体" pitchFamily="2" charset="-122"/>
              </a:rPr>
              <a:t>(“%c”, ’c’);      c</a:t>
            </a:r>
            <a:r>
              <a:rPr lang="zh-CN" altLang="en-US" sz="3600" b="1" dirty="0">
                <a:latin typeface="宋体" pitchFamily="2" charset="-122"/>
              </a:rPr>
              <a:t>	</a:t>
            </a:r>
            <a:endParaRPr lang="zh-CN" altLang="en-US" sz="3600" b="1" dirty="0">
              <a:latin typeface="Times New Roman" pitchFamily="18" charset="0"/>
            </a:endParaRPr>
          </a:p>
          <a:p>
            <a:pPr>
              <a:lnSpc>
                <a:spcPct val="80000"/>
              </a:lnSpc>
            </a:pPr>
            <a:r>
              <a:rPr lang="en-US" altLang="zh-CN" sz="3600" b="1" dirty="0">
                <a:solidFill>
                  <a:srgbClr val="C00000"/>
                </a:solidFill>
                <a:latin typeface="宋体" pitchFamily="2" charset="-122"/>
              </a:rPr>
              <a:t>%s</a:t>
            </a:r>
            <a:r>
              <a:rPr lang="en-US" altLang="zh-CN" sz="3600" b="1" dirty="0">
                <a:latin typeface="宋体" pitchFamily="2" charset="-122"/>
              </a:rPr>
              <a:t>	   </a:t>
            </a:r>
            <a:r>
              <a:rPr lang="zh-CN" altLang="en-US" sz="3600" b="1" dirty="0">
                <a:latin typeface="宋体" pitchFamily="2" charset="-122"/>
              </a:rPr>
              <a:t>以字符串形式输出</a:t>
            </a:r>
            <a:endParaRPr lang="en-US" altLang="zh-CN" sz="3600" b="1" dirty="0">
              <a:latin typeface="宋体" pitchFamily="2" charset="-122"/>
            </a:endParaRPr>
          </a:p>
          <a:p>
            <a:pPr>
              <a:lnSpc>
                <a:spcPct val="80000"/>
              </a:lnSpc>
              <a:buNone/>
            </a:pPr>
            <a:r>
              <a:rPr lang="en-US" altLang="zh-CN" sz="3600" b="1" dirty="0" err="1">
                <a:solidFill>
                  <a:schemeClr val="accent1"/>
                </a:solidFill>
                <a:latin typeface="宋体" pitchFamily="2" charset="-122"/>
              </a:rPr>
              <a:t>printf</a:t>
            </a:r>
            <a:r>
              <a:rPr lang="en-US" altLang="zh-CN" sz="3600" b="1" dirty="0">
                <a:solidFill>
                  <a:schemeClr val="accent1"/>
                </a:solidFill>
                <a:latin typeface="宋体" pitchFamily="2" charset="-122"/>
              </a:rPr>
              <a:t>(“%</a:t>
            </a:r>
            <a:r>
              <a:rPr lang="en-US" altLang="zh-CN" sz="3600" b="1" dirty="0" err="1">
                <a:solidFill>
                  <a:schemeClr val="accent1"/>
                </a:solidFill>
                <a:latin typeface="宋体" pitchFamily="2" charset="-122"/>
              </a:rPr>
              <a:t>s”,”string</a:t>
            </a:r>
            <a:r>
              <a:rPr lang="en-US" altLang="zh-CN" sz="3600" b="1" dirty="0">
                <a:solidFill>
                  <a:schemeClr val="accent1"/>
                </a:solidFill>
                <a:latin typeface="宋体" pitchFamily="2" charset="-122"/>
              </a:rPr>
              <a:t>”);  string</a:t>
            </a:r>
            <a:r>
              <a:rPr lang="zh-CN" altLang="en-US" sz="3600" b="1" dirty="0">
                <a:latin typeface="宋体" pitchFamily="2" charset="-122"/>
              </a:rPr>
              <a:t>	</a:t>
            </a:r>
            <a:endParaRPr lang="zh-CN" altLang="en-US" sz="3600" b="1" dirty="0">
              <a:latin typeface="Times New Roman" pitchFamily="18" charset="0"/>
            </a:endParaRPr>
          </a:p>
          <a:p>
            <a:endParaRPr lang="zh-CN" altLang="en-US" sz="3600" dirty="0"/>
          </a:p>
        </p:txBody>
      </p:sp>
      <p:sp>
        <p:nvSpPr>
          <p:cNvPr id="4" name="Slide Number Placeholder 3"/>
          <p:cNvSpPr>
            <a:spLocks noGrp="1"/>
          </p:cNvSpPr>
          <p:nvPr>
            <p:ph type="sldNum" sz="quarter" idx="12"/>
          </p:nvPr>
        </p:nvSpPr>
        <p:spPr/>
        <p:txBody>
          <a:bodyPr/>
          <a:lstStyle/>
          <a:p>
            <a:fld id="{08B27F99-712D-4C13-83EA-F271460F102E}" type="slidenum">
              <a:rPr lang="en-US" altLang="zh-CN" smtClean="0"/>
              <a:pPr/>
              <a:t>36</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anim calcmode="lin" valueType="num">
                                      <p:cBhvr additive="base">
                                        <p:cTn id="11"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3" end="3"/>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00034" y="714356"/>
            <a:ext cx="8229600" cy="5324492"/>
          </a:xfrm>
        </p:spPr>
        <p:txBody>
          <a:bodyPr>
            <a:noAutofit/>
          </a:bodyPr>
          <a:lstStyle/>
          <a:p>
            <a:pPr>
              <a:lnSpc>
                <a:spcPct val="80000"/>
              </a:lnSpc>
            </a:pPr>
            <a:r>
              <a:rPr lang="en-US" altLang="zh-CN" sz="3600" b="1" dirty="0">
                <a:solidFill>
                  <a:srgbClr val="C00000"/>
                </a:solidFill>
                <a:latin typeface="宋体" pitchFamily="2" charset="-122"/>
              </a:rPr>
              <a:t>%f</a:t>
            </a:r>
            <a:r>
              <a:rPr lang="en-US" altLang="zh-CN" sz="3600" b="1" dirty="0">
                <a:latin typeface="宋体" pitchFamily="2" charset="-122"/>
              </a:rPr>
              <a:t>	   </a:t>
            </a:r>
            <a:r>
              <a:rPr lang="zh-CN" altLang="en-US" sz="3600" b="1" dirty="0">
                <a:latin typeface="宋体" pitchFamily="2" charset="-122"/>
              </a:rPr>
              <a:t>以浮点形式输出实型数据</a:t>
            </a:r>
            <a:endParaRPr lang="en-US" altLang="zh-CN" sz="3600" b="1" dirty="0">
              <a:latin typeface="宋体" pitchFamily="2" charset="-122"/>
            </a:endParaRPr>
          </a:p>
          <a:p>
            <a:pPr>
              <a:lnSpc>
                <a:spcPct val="80000"/>
              </a:lnSpc>
              <a:buNone/>
            </a:pPr>
            <a:r>
              <a:rPr lang="en-US" altLang="zh-CN" sz="3600" b="1" dirty="0" err="1">
                <a:solidFill>
                  <a:schemeClr val="tx2"/>
                </a:solidFill>
                <a:latin typeface="宋体" pitchFamily="2" charset="-122"/>
              </a:rPr>
              <a:t>printf</a:t>
            </a:r>
            <a:r>
              <a:rPr lang="en-US" altLang="zh-CN" sz="3600" b="1" dirty="0">
                <a:solidFill>
                  <a:schemeClr val="tx2"/>
                </a:solidFill>
                <a:latin typeface="宋体" pitchFamily="2" charset="-122"/>
              </a:rPr>
              <a:t>(“%f”, 1.0);       1.000000</a:t>
            </a:r>
            <a:r>
              <a:rPr lang="zh-CN" altLang="en-US" sz="3600" b="1" dirty="0">
                <a:solidFill>
                  <a:schemeClr val="accent1"/>
                </a:solidFill>
                <a:latin typeface="宋体" pitchFamily="2" charset="-122"/>
              </a:rPr>
              <a:t>	</a:t>
            </a:r>
            <a:endParaRPr lang="zh-CN" altLang="en-US" sz="3600" b="1" dirty="0">
              <a:solidFill>
                <a:schemeClr val="accent1"/>
              </a:solidFill>
              <a:latin typeface="Times New Roman" pitchFamily="18" charset="0"/>
            </a:endParaRPr>
          </a:p>
          <a:p>
            <a:pPr>
              <a:lnSpc>
                <a:spcPct val="80000"/>
              </a:lnSpc>
            </a:pPr>
            <a:endParaRPr lang="en-US" altLang="zh-CN" sz="3600" b="1" dirty="0">
              <a:latin typeface="宋体" pitchFamily="2" charset="-122"/>
            </a:endParaRPr>
          </a:p>
          <a:p>
            <a:pPr>
              <a:lnSpc>
                <a:spcPct val="80000"/>
              </a:lnSpc>
            </a:pPr>
            <a:r>
              <a:rPr lang="en-US" altLang="zh-CN" sz="3600" b="1" dirty="0">
                <a:solidFill>
                  <a:srgbClr val="C00000"/>
                </a:solidFill>
                <a:latin typeface="宋体" pitchFamily="2" charset="-122"/>
              </a:rPr>
              <a:t>%e</a:t>
            </a:r>
            <a:r>
              <a:rPr lang="zh-CN" altLang="en-US" sz="3600" b="1" dirty="0">
                <a:solidFill>
                  <a:srgbClr val="C00000"/>
                </a:solidFill>
                <a:latin typeface="宋体" pitchFamily="2" charset="-122"/>
              </a:rPr>
              <a:t>或</a:t>
            </a:r>
            <a:r>
              <a:rPr lang="en-US" altLang="zh-CN" sz="3600" b="1" dirty="0">
                <a:solidFill>
                  <a:srgbClr val="C00000"/>
                </a:solidFill>
                <a:latin typeface="宋体" pitchFamily="2" charset="-122"/>
              </a:rPr>
              <a:t>E</a:t>
            </a:r>
            <a:r>
              <a:rPr lang="en-US" altLang="zh-CN" sz="3600" b="1" dirty="0">
                <a:latin typeface="宋体" pitchFamily="2" charset="-122"/>
              </a:rPr>
              <a:t>  </a:t>
            </a:r>
            <a:r>
              <a:rPr lang="zh-CN" altLang="en-US" sz="3600" b="1" dirty="0">
                <a:latin typeface="宋体" pitchFamily="2" charset="-122"/>
              </a:rPr>
              <a:t>以标准指数形式输出实型数据	</a:t>
            </a:r>
            <a:endParaRPr lang="en-US" altLang="zh-CN" sz="3600" b="1" dirty="0">
              <a:latin typeface="宋体" pitchFamily="2" charset="-122"/>
            </a:endParaRPr>
          </a:p>
          <a:p>
            <a:pPr>
              <a:lnSpc>
                <a:spcPct val="80000"/>
              </a:lnSpc>
              <a:buNone/>
            </a:pPr>
            <a:r>
              <a:rPr lang="en-US" altLang="zh-CN" sz="3600" b="1" dirty="0" err="1">
                <a:solidFill>
                  <a:schemeClr val="tx2"/>
                </a:solidFill>
                <a:latin typeface="宋体" pitchFamily="2" charset="-122"/>
              </a:rPr>
              <a:t>printf</a:t>
            </a:r>
            <a:r>
              <a:rPr lang="en-US" altLang="zh-CN" sz="3600" b="1" dirty="0">
                <a:solidFill>
                  <a:schemeClr val="tx2"/>
                </a:solidFill>
                <a:latin typeface="宋体" pitchFamily="2" charset="-122"/>
              </a:rPr>
              <a:t>(“%e”, 1.0);   1.000000e+000</a:t>
            </a:r>
            <a:endParaRPr lang="zh-CN" altLang="en-US" sz="3600" b="1" dirty="0">
              <a:solidFill>
                <a:schemeClr val="tx2"/>
              </a:solidFill>
              <a:latin typeface="Times New Roman" pitchFamily="18" charset="0"/>
            </a:endParaRPr>
          </a:p>
          <a:p>
            <a:pPr>
              <a:lnSpc>
                <a:spcPct val="80000"/>
              </a:lnSpc>
            </a:pPr>
            <a:endParaRPr lang="en-US" altLang="zh-CN" sz="3600" b="1" dirty="0">
              <a:latin typeface="宋体" pitchFamily="2" charset="-122"/>
            </a:endParaRPr>
          </a:p>
        </p:txBody>
      </p:sp>
      <p:sp>
        <p:nvSpPr>
          <p:cNvPr id="4" name="Slide Number Placeholder 3"/>
          <p:cNvSpPr>
            <a:spLocks noGrp="1"/>
          </p:cNvSpPr>
          <p:nvPr>
            <p:ph type="sldNum" sz="quarter" idx="12"/>
          </p:nvPr>
        </p:nvSpPr>
        <p:spPr/>
        <p:txBody>
          <a:bodyPr/>
          <a:lstStyle/>
          <a:p>
            <a:fld id="{08B27F99-712D-4C13-83EA-F271460F102E}" type="slidenum">
              <a:rPr lang="en-US" altLang="zh-CN" smtClean="0"/>
              <a:pPr/>
              <a:t>37</a:t>
            </a:fld>
            <a:endParaRPr lang="en-US" altLang="zh-CN"/>
          </a:p>
        </p:txBody>
      </p:sp>
      <p:grpSp>
        <p:nvGrpSpPr>
          <p:cNvPr id="8" name="组合 7">
            <a:extLst>
              <a:ext uri="{FF2B5EF4-FFF2-40B4-BE49-F238E27FC236}">
                <a16:creationId xmlns:a16="http://schemas.microsoft.com/office/drawing/2014/main" id="{AA2D3AF1-FDA3-4A79-9712-13A2A5D43A57}"/>
              </a:ext>
            </a:extLst>
          </p:cNvPr>
          <p:cNvGrpSpPr/>
          <p:nvPr/>
        </p:nvGrpSpPr>
        <p:grpSpPr>
          <a:xfrm>
            <a:off x="3203848" y="5379875"/>
            <a:ext cx="3528394" cy="523220"/>
            <a:chOff x="3203848" y="5379875"/>
            <a:chExt cx="3528394" cy="523220"/>
          </a:xfrm>
        </p:grpSpPr>
        <p:sp>
          <p:nvSpPr>
            <p:cNvPr id="2" name="文本框 1">
              <a:extLst>
                <a:ext uri="{FF2B5EF4-FFF2-40B4-BE49-F238E27FC236}">
                  <a16:creationId xmlns:a16="http://schemas.microsoft.com/office/drawing/2014/main" id="{D206B300-D9CA-4093-A57F-33D60439A30E}"/>
                </a:ext>
              </a:extLst>
            </p:cNvPr>
            <p:cNvSpPr txBox="1"/>
            <p:nvPr/>
          </p:nvSpPr>
          <p:spPr>
            <a:xfrm>
              <a:off x="3995938" y="5379875"/>
              <a:ext cx="2736304" cy="523220"/>
            </a:xfrm>
            <a:prstGeom prst="rect">
              <a:avLst/>
            </a:prstGeom>
            <a:noFill/>
          </p:spPr>
          <p:txBody>
            <a:bodyPr wrap="square" rtlCol="0">
              <a:spAutoFit/>
            </a:bodyPr>
            <a:lstStyle/>
            <a:p>
              <a:r>
                <a:rPr lang="zh-CN" altLang="en-US" sz="2400" b="1" dirty="0">
                  <a:solidFill>
                    <a:srgbClr val="FF0000"/>
                  </a:solidFill>
                </a:rPr>
                <a:t>保留</a:t>
              </a:r>
              <a:r>
                <a:rPr lang="zh-CN" altLang="en-US" sz="2800" b="1" dirty="0">
                  <a:solidFill>
                    <a:srgbClr val="FF0000"/>
                  </a:solidFill>
                </a:rPr>
                <a:t>小数点</a:t>
              </a:r>
              <a:r>
                <a:rPr lang="zh-CN" altLang="en-US" sz="2400" b="1" dirty="0">
                  <a:solidFill>
                    <a:srgbClr val="FF0000"/>
                  </a:solidFill>
                </a:rPr>
                <a:t>后</a:t>
              </a:r>
              <a:r>
                <a:rPr lang="en-US" altLang="zh-CN" sz="2400" b="1" dirty="0">
                  <a:solidFill>
                    <a:srgbClr val="FF0000"/>
                  </a:solidFill>
                </a:rPr>
                <a:t>6</a:t>
              </a:r>
              <a:r>
                <a:rPr lang="zh-CN" altLang="en-US" sz="2400" b="1" dirty="0">
                  <a:solidFill>
                    <a:srgbClr val="FF0000"/>
                  </a:solidFill>
                </a:rPr>
                <a:t>位</a:t>
              </a:r>
            </a:p>
          </p:txBody>
        </p:sp>
        <p:cxnSp>
          <p:nvCxnSpPr>
            <p:cNvPr id="6" name="直接箭头连接符 5">
              <a:extLst>
                <a:ext uri="{FF2B5EF4-FFF2-40B4-BE49-F238E27FC236}">
                  <a16:creationId xmlns:a16="http://schemas.microsoft.com/office/drawing/2014/main" id="{6361D766-EB65-47DE-B3E4-1F418A424B9C}"/>
                </a:ext>
              </a:extLst>
            </p:cNvPr>
            <p:cNvCxnSpPr>
              <a:cxnSpLocks/>
            </p:cNvCxnSpPr>
            <p:nvPr/>
          </p:nvCxnSpPr>
          <p:spPr>
            <a:xfrm>
              <a:off x="3203848" y="5641485"/>
              <a:ext cx="576064" cy="0"/>
            </a:xfrm>
            <a:prstGeom prst="straightConnector1">
              <a:avLst/>
            </a:prstGeom>
            <a:ln w="28575">
              <a:solidFill>
                <a:srgbClr val="FF0000"/>
              </a:solidFill>
              <a:tailEnd type="triangle"/>
            </a:ln>
          </p:spPr>
          <p:style>
            <a:lnRef idx="1">
              <a:schemeClr val="dk1"/>
            </a:lnRef>
            <a:fillRef idx="0">
              <a:schemeClr val="dk1"/>
            </a:fillRef>
            <a:effectRef idx="0">
              <a:schemeClr val="dk1"/>
            </a:effectRef>
            <a:fontRef idx="minor">
              <a:schemeClr val="tx1"/>
            </a:fontRef>
          </p:style>
        </p:cxnSp>
      </p:gr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anim calcmode="lin" valueType="num">
                                      <p:cBhvr additive="base">
                                        <p:cTn id="7" dur="500" fill="hold"/>
                                        <p:tgtEl>
                                          <p:spTgt spid="3">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3" end="3"/>
                                            </p:txEl>
                                          </p:spTgt>
                                        </p:tgtEl>
                                        <p:attrNameLst>
                                          <p:attrName>ppt_y</p:attrName>
                                        </p:attrNameLst>
                                      </p:cBhvr>
                                      <p:tavLst>
                                        <p:tav tm="0">
                                          <p:val>
                                            <p:strVal val="1+#ppt_h/2"/>
                                          </p:val>
                                        </p:tav>
                                        <p:tav tm="100000">
                                          <p:val>
                                            <p:strVal val="#ppt_y"/>
                                          </p:val>
                                        </p:tav>
                                      </p:tavLst>
                                    </p:anim>
                                  </p:childTnLst>
                                </p:cTn>
                              </p:par>
                              <p:par>
                                <p:cTn id="9" presetID="2" presetClass="entr" presetSubtype="4" fill="hold" nodeType="with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anim calcmode="lin" valueType="num">
                                      <p:cBhvr additive="base">
                                        <p:cTn id="11" dur="500" fill="hold"/>
                                        <p:tgtEl>
                                          <p:spTgt spid="3">
                                            <p:txEl>
                                              <p:pRg st="4" end="4"/>
                                            </p:txEl>
                                          </p:spTgt>
                                        </p:tgtEl>
                                        <p:attrNameLst>
                                          <p:attrName>ppt_x</p:attrName>
                                        </p:attrNameLst>
                                      </p:cBhvr>
                                      <p:tavLst>
                                        <p:tav tm="0">
                                          <p:val>
                                            <p:strVal val="#ppt_x"/>
                                          </p:val>
                                        </p:tav>
                                        <p:tav tm="100000">
                                          <p:val>
                                            <p:strVal val="#ppt_x"/>
                                          </p:val>
                                        </p:tav>
                                      </p:tavLst>
                                    </p:anim>
                                    <p:anim calcmode="lin" valueType="num">
                                      <p:cBhvr additive="base">
                                        <p:cTn id="12" dur="500" fill="hold"/>
                                        <p:tgtEl>
                                          <p:spTgt spid="3">
                                            <p:txEl>
                                              <p:pRg st="4" end="4"/>
                                            </p:txEl>
                                          </p:spTgt>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6402" name="Rectangle 2"/>
          <p:cNvSpPr>
            <a:spLocks noGrp="1" noChangeArrowheads="1"/>
          </p:cNvSpPr>
          <p:nvPr>
            <p:ph type="title"/>
          </p:nvPr>
        </p:nvSpPr>
        <p:spPr>
          <a:xfrm>
            <a:off x="468313" y="228600"/>
            <a:ext cx="8447087" cy="685800"/>
          </a:xfrm>
        </p:spPr>
        <p:txBody>
          <a:bodyPr>
            <a:noAutofit/>
          </a:bodyPr>
          <a:lstStyle/>
          <a:p>
            <a:r>
              <a:rPr lang="zh-CN" altLang="en-US" sz="4000" b="1" dirty="0">
                <a:solidFill>
                  <a:schemeClr val="tx1"/>
                </a:solidFill>
                <a:latin typeface="黑体" pitchFamily="2" charset="-122"/>
                <a:ea typeface="黑体" pitchFamily="2" charset="-122"/>
              </a:rPr>
              <a:t>输出格式修饰符 </a:t>
            </a:r>
          </a:p>
        </p:txBody>
      </p:sp>
      <p:sp>
        <p:nvSpPr>
          <p:cNvPr id="486403" name="Rectangle 3"/>
          <p:cNvSpPr>
            <a:spLocks noGrp="1" noChangeArrowheads="1"/>
          </p:cNvSpPr>
          <p:nvPr>
            <p:ph idx="1"/>
          </p:nvPr>
        </p:nvSpPr>
        <p:spPr>
          <a:xfrm>
            <a:off x="323850" y="981075"/>
            <a:ext cx="8515350" cy="5327650"/>
          </a:xfrm>
        </p:spPr>
        <p:txBody>
          <a:bodyPr>
            <a:normAutofit fontScale="92500"/>
          </a:bodyPr>
          <a:lstStyle/>
          <a:p>
            <a:pPr marL="0" indent="0" algn="just">
              <a:buFont typeface="Monotype Sorts" pitchFamily="2" charset="2"/>
              <a:buNone/>
            </a:pPr>
            <a:endParaRPr lang="en-US" altLang="zh-CN" b="1" dirty="0">
              <a:solidFill>
                <a:srgbClr val="CC0066"/>
              </a:solidFill>
              <a:effectLst>
                <a:outerShdw blurRad="38100" dist="38100" dir="2700000" algn="tl">
                  <a:srgbClr val="000000"/>
                </a:outerShdw>
              </a:effectLst>
              <a:latin typeface="宋体" pitchFamily="2" charset="-122"/>
            </a:endParaRPr>
          </a:p>
          <a:p>
            <a:pPr marL="623888" indent="-623888">
              <a:buFont typeface="Monotype Sorts" pitchFamily="2" charset="2"/>
              <a:buNone/>
            </a:pPr>
            <a:r>
              <a:rPr lang="en-US" altLang="zh-CN" sz="4000" b="1" dirty="0">
                <a:solidFill>
                  <a:srgbClr val="CC0000"/>
                </a:solidFill>
                <a:latin typeface="宋体" pitchFamily="2" charset="-122"/>
              </a:rPr>
              <a:t>-</a:t>
            </a:r>
            <a:r>
              <a:rPr lang="en-US" altLang="zh-CN" sz="3600" b="1" dirty="0">
                <a:solidFill>
                  <a:srgbClr val="CC0000"/>
                </a:solidFill>
                <a:latin typeface="宋体" pitchFamily="2" charset="-122"/>
              </a:rPr>
              <a:t> </a:t>
            </a:r>
            <a:r>
              <a:rPr lang="en-US" altLang="zh-CN" sz="3200" b="1" dirty="0">
                <a:solidFill>
                  <a:srgbClr val="CC0000"/>
                </a:solidFill>
                <a:latin typeface="宋体" pitchFamily="2" charset="-122"/>
              </a:rPr>
              <a:t> </a:t>
            </a:r>
            <a:r>
              <a:rPr lang="zh-CN" altLang="en-US" sz="3200" b="1" dirty="0">
                <a:solidFill>
                  <a:srgbClr val="CC0000"/>
                </a:solidFill>
                <a:latin typeface="宋体" pitchFamily="2" charset="-122"/>
              </a:rPr>
              <a:t>左对齐标志。</a:t>
            </a:r>
            <a:r>
              <a:rPr lang="zh-CN" altLang="en-US" sz="3200" b="1" dirty="0">
                <a:latin typeface="宋体" pitchFamily="2" charset="-122"/>
              </a:rPr>
              <a:t>当输出字符个数少于</a:t>
            </a:r>
            <a:r>
              <a:rPr lang="en-US" altLang="zh-CN" sz="3200" b="1" dirty="0">
                <a:latin typeface="宋体" pitchFamily="2" charset="-122"/>
              </a:rPr>
              <a:t>w</a:t>
            </a:r>
            <a:r>
              <a:rPr lang="zh-CN" altLang="en-US" sz="3200" b="1" dirty="0">
                <a:latin typeface="宋体" pitchFamily="2" charset="-122"/>
              </a:rPr>
              <a:t>时，右边补填充符。</a:t>
            </a:r>
            <a:r>
              <a:rPr lang="zh-CN" altLang="en-US" sz="3200" b="1" dirty="0">
                <a:highlight>
                  <a:srgbClr val="FFFF00"/>
                </a:highlight>
                <a:latin typeface="宋体" pitchFamily="2" charset="-122"/>
              </a:rPr>
              <a:t>缺省时右对齐</a:t>
            </a:r>
            <a:r>
              <a:rPr lang="zh-CN" altLang="en-US" sz="3200" b="1" dirty="0">
                <a:latin typeface="宋体" pitchFamily="2" charset="-122"/>
              </a:rPr>
              <a:t>，即左边补填充符。</a:t>
            </a:r>
          </a:p>
          <a:p>
            <a:pPr marL="623888" indent="-623888">
              <a:buFont typeface="Monotype Sorts" pitchFamily="2" charset="2"/>
              <a:buNone/>
            </a:pPr>
            <a:r>
              <a:rPr lang="en-US" altLang="zh-CN" sz="3600" b="1" dirty="0">
                <a:solidFill>
                  <a:srgbClr val="CC0066"/>
                </a:solidFill>
                <a:latin typeface="宋体" pitchFamily="2" charset="-122"/>
              </a:rPr>
              <a:t>+ </a:t>
            </a:r>
            <a:r>
              <a:rPr lang="en-US" altLang="zh-CN" sz="3200" b="1" dirty="0">
                <a:solidFill>
                  <a:srgbClr val="CC0066"/>
                </a:solidFill>
                <a:latin typeface="宋体" pitchFamily="2" charset="-122"/>
              </a:rPr>
              <a:t> </a:t>
            </a:r>
            <a:r>
              <a:rPr lang="zh-CN" altLang="en-US" sz="3200" b="1" dirty="0">
                <a:solidFill>
                  <a:srgbClr val="CC0000"/>
                </a:solidFill>
                <a:latin typeface="宋体" pitchFamily="2" charset="-122"/>
              </a:rPr>
              <a:t>正数也带符号输出。</a:t>
            </a:r>
            <a:r>
              <a:rPr lang="zh-CN" altLang="en-US" sz="3200" b="1" dirty="0">
                <a:latin typeface="宋体" pitchFamily="2" charset="-122"/>
              </a:rPr>
              <a:t>在输出数值前加符号‘</a:t>
            </a:r>
            <a:r>
              <a:rPr lang="en-US" altLang="zh-CN" sz="3200" b="1" dirty="0">
                <a:latin typeface="宋体" pitchFamily="2" charset="-122"/>
              </a:rPr>
              <a:t>+’</a:t>
            </a:r>
            <a:r>
              <a:rPr lang="zh-CN" altLang="en-US" sz="3200" b="1" dirty="0">
                <a:latin typeface="宋体" pitchFamily="2" charset="-122"/>
              </a:rPr>
              <a:t>或‘</a:t>
            </a:r>
            <a:r>
              <a:rPr lang="en-US" altLang="zh-CN" sz="3200" b="1" dirty="0">
                <a:latin typeface="宋体" pitchFamily="2" charset="-122"/>
              </a:rPr>
              <a:t>-’</a:t>
            </a:r>
            <a:r>
              <a:rPr lang="zh-CN" altLang="en-US" sz="3200" b="1" dirty="0">
                <a:latin typeface="宋体" pitchFamily="2" charset="-122"/>
              </a:rPr>
              <a:t>。缺省时，只对负数输出有负号‘</a:t>
            </a:r>
            <a:r>
              <a:rPr lang="en-US" altLang="zh-CN" sz="3200" b="1" dirty="0">
                <a:latin typeface="宋体" pitchFamily="2" charset="-122"/>
              </a:rPr>
              <a:t>-’</a:t>
            </a:r>
            <a:r>
              <a:rPr lang="zh-CN" altLang="en-US" sz="3200" b="1" dirty="0">
                <a:latin typeface="宋体" pitchFamily="2" charset="-122"/>
              </a:rPr>
              <a:t>。</a:t>
            </a:r>
          </a:p>
          <a:p>
            <a:pPr marL="623888" indent="-623888">
              <a:buFont typeface="Monotype Sorts" pitchFamily="2" charset="2"/>
              <a:buNone/>
            </a:pPr>
            <a:r>
              <a:rPr lang="en-US" altLang="zh-CN" sz="3200" b="1" dirty="0">
                <a:solidFill>
                  <a:srgbClr val="CC0066"/>
                </a:solidFill>
                <a:latin typeface="宋体" pitchFamily="2" charset="-122"/>
              </a:rPr>
              <a:t>#</a:t>
            </a:r>
            <a:r>
              <a:rPr lang="en-US" altLang="zh-CN" sz="3200" b="1" dirty="0">
                <a:latin typeface="宋体" pitchFamily="2" charset="-122"/>
              </a:rPr>
              <a:t>  </a:t>
            </a:r>
            <a:r>
              <a:rPr lang="zh-CN" altLang="en-US" sz="3200" b="1" dirty="0">
                <a:latin typeface="宋体" pitchFamily="2" charset="-122"/>
              </a:rPr>
              <a:t>对八进制数前加</a:t>
            </a:r>
            <a:r>
              <a:rPr lang="en-US" altLang="zh-CN" sz="3200" b="1" dirty="0">
                <a:latin typeface="宋体" pitchFamily="2" charset="-122"/>
              </a:rPr>
              <a:t>0</a:t>
            </a:r>
            <a:r>
              <a:rPr lang="zh-CN" altLang="en-US" sz="3200" b="1" dirty="0">
                <a:latin typeface="宋体" pitchFamily="2" charset="-122"/>
              </a:rPr>
              <a:t>；对十六进制数前加</a:t>
            </a:r>
            <a:r>
              <a:rPr lang="en-US" altLang="zh-CN" sz="3200" b="1" dirty="0">
                <a:latin typeface="宋体" pitchFamily="2" charset="-122"/>
              </a:rPr>
              <a:t>0x</a:t>
            </a:r>
            <a:r>
              <a:rPr lang="zh-CN" altLang="en-US" sz="3200" b="1" dirty="0">
                <a:latin typeface="宋体" pitchFamily="2" charset="-122"/>
              </a:rPr>
              <a:t>；对浮点数总显示小数点。</a:t>
            </a:r>
          </a:p>
          <a:p>
            <a:pPr marL="0" indent="0" algn="just">
              <a:buFont typeface="Monotype Sorts" pitchFamily="2" charset="2"/>
              <a:buNone/>
            </a:pPr>
            <a:r>
              <a:rPr lang="en-US" altLang="zh-CN" sz="3200" b="1" dirty="0">
                <a:solidFill>
                  <a:srgbClr val="CC0066"/>
                </a:solidFill>
                <a:latin typeface="宋体" pitchFamily="2" charset="-122"/>
              </a:rPr>
              <a:t>w  </a:t>
            </a:r>
            <a:r>
              <a:rPr lang="zh-CN" altLang="en-US" sz="2800" b="1" dirty="0">
                <a:latin typeface="宋体" pitchFamily="2" charset="-122"/>
              </a:rPr>
              <a:t>指定输出数据的字符数。若输出字符数</a:t>
            </a:r>
            <a:r>
              <a:rPr lang="en-US" altLang="zh-CN" sz="2800" b="1" dirty="0">
                <a:latin typeface="宋体" pitchFamily="2" charset="-122"/>
              </a:rPr>
              <a:t>&gt;w</a:t>
            </a:r>
            <a:r>
              <a:rPr lang="zh-CN" altLang="en-US" sz="2800" b="1" dirty="0">
                <a:latin typeface="宋体" pitchFamily="2" charset="-122"/>
              </a:rPr>
              <a:t>，则输出实际字符数；若输出字符数</a:t>
            </a:r>
            <a:r>
              <a:rPr lang="en-US" altLang="zh-CN" sz="2800" b="1" dirty="0">
                <a:latin typeface="宋体" pitchFamily="2" charset="-122"/>
              </a:rPr>
              <a:t>&lt;w</a:t>
            </a:r>
            <a:r>
              <a:rPr lang="zh-CN" altLang="en-US" sz="2800" b="1" dirty="0">
                <a:latin typeface="宋体" pitchFamily="2" charset="-122"/>
              </a:rPr>
              <a:t>，</a:t>
            </a:r>
            <a:r>
              <a:rPr lang="zh-CN" altLang="en-US" sz="2800" b="1" dirty="0">
                <a:highlight>
                  <a:srgbClr val="FFFF00"/>
                </a:highlight>
                <a:latin typeface="宋体" pitchFamily="2" charset="-122"/>
              </a:rPr>
              <a:t>左边补空格</a:t>
            </a:r>
            <a:r>
              <a:rPr lang="en-US" altLang="zh-CN" sz="2800" b="1" dirty="0">
                <a:latin typeface="宋体" pitchFamily="2" charset="-122"/>
              </a:rPr>
              <a:t>(</a:t>
            </a:r>
            <a:r>
              <a:rPr lang="zh-CN" altLang="en-US" sz="2800" b="1" dirty="0">
                <a:latin typeface="宋体" pitchFamily="2" charset="-122"/>
              </a:rPr>
              <a:t>若有</a:t>
            </a:r>
            <a:r>
              <a:rPr lang="en-US" altLang="zh-CN" sz="2800" b="1" dirty="0">
                <a:latin typeface="宋体" pitchFamily="2" charset="-122"/>
              </a:rPr>
              <a:t>-</a:t>
            </a:r>
            <a:r>
              <a:rPr lang="zh-CN" altLang="en-US" sz="2800" b="1" dirty="0">
                <a:latin typeface="宋体" pitchFamily="2" charset="-122"/>
              </a:rPr>
              <a:t>，则在右边补空格</a:t>
            </a:r>
            <a:r>
              <a:rPr lang="en-US" altLang="zh-CN" sz="2800" b="1" dirty="0">
                <a:latin typeface="宋体" pitchFamily="2" charset="-122"/>
              </a:rPr>
              <a:t>)</a:t>
            </a:r>
            <a:r>
              <a:rPr lang="zh-CN" altLang="en-US" sz="2800" b="1" dirty="0">
                <a:latin typeface="宋体" pitchFamily="2" charset="-122"/>
              </a:rPr>
              <a:t>。</a:t>
            </a:r>
          </a:p>
        </p:txBody>
      </p:sp>
      <p:sp>
        <p:nvSpPr>
          <p:cNvPr id="6" name="灯片编号占位符 5"/>
          <p:cNvSpPr>
            <a:spLocks noGrp="1"/>
          </p:cNvSpPr>
          <p:nvPr>
            <p:ph type="sldNum" sz="quarter" idx="12"/>
          </p:nvPr>
        </p:nvSpPr>
        <p:spPr/>
        <p:txBody>
          <a:bodyPr/>
          <a:lstStyle/>
          <a:p>
            <a:fld id="{99EE45B9-5B77-48EE-BEF0-02CF7B3A339F}" type="slidenum">
              <a:rPr lang="en-US" altLang="zh-CN"/>
              <a:pPr/>
              <a:t>38</a:t>
            </a:fld>
            <a:endParaRPr lang="en-US" altLang="zh-CN"/>
          </a:p>
        </p:txBody>
      </p:sp>
      <p:sp>
        <p:nvSpPr>
          <p:cNvPr id="5" name="矩形 4"/>
          <p:cNvSpPr/>
          <p:nvPr/>
        </p:nvSpPr>
        <p:spPr>
          <a:xfrm>
            <a:off x="5220072" y="908720"/>
            <a:ext cx="2993127" cy="369332"/>
          </a:xfrm>
          <a:prstGeom prst="rect">
            <a:avLst/>
          </a:prstGeom>
        </p:spPr>
        <p:txBody>
          <a:bodyPr wrap="none">
            <a:spAutoFit/>
          </a:bodyPr>
          <a:lstStyle/>
          <a:p>
            <a:r>
              <a:rPr lang="en-US" altLang="zh-CN" b="1" dirty="0">
                <a:solidFill>
                  <a:srgbClr val="CC0000"/>
                </a:solidFill>
                <a:effectLst>
                  <a:outerShdw blurRad="38100" dist="38100" dir="2700000" algn="tl">
                    <a:srgbClr val="000000"/>
                  </a:outerShdw>
                </a:effectLst>
                <a:latin typeface="宋体" pitchFamily="2" charset="-122"/>
              </a:rPr>
              <a:t>%</a:t>
            </a:r>
            <a:r>
              <a:rPr lang="en-US" altLang="zh-CN" b="1" dirty="0">
                <a:solidFill>
                  <a:srgbClr val="0000FF"/>
                </a:solidFill>
                <a:effectLst>
                  <a:outerShdw blurRad="38100" dist="38100" dir="2700000" algn="tl">
                    <a:srgbClr val="000000"/>
                  </a:outerShdw>
                </a:effectLst>
                <a:latin typeface="宋体" pitchFamily="2" charset="-122"/>
              </a:rPr>
              <a:t>[-][+][#][w][.p][h/l/L]</a:t>
            </a:r>
            <a:endParaRPr lang="zh-CN" altLang="en-US"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8451" name="Rectangle 3"/>
          <p:cNvSpPr>
            <a:spLocks noGrp="1" noChangeArrowheads="1"/>
          </p:cNvSpPr>
          <p:nvPr>
            <p:ph idx="1"/>
          </p:nvPr>
        </p:nvSpPr>
        <p:spPr>
          <a:xfrm>
            <a:off x="539750" y="3114697"/>
            <a:ext cx="8135938" cy="3529013"/>
          </a:xfrm>
        </p:spPr>
        <p:txBody>
          <a:bodyPr>
            <a:normAutofit/>
          </a:bodyPr>
          <a:lstStyle/>
          <a:p>
            <a:pPr marL="0" indent="0">
              <a:lnSpc>
                <a:spcPct val="80000"/>
              </a:lnSpc>
              <a:buFont typeface="Monotype Sorts" pitchFamily="2" charset="2"/>
              <a:buNone/>
            </a:pPr>
            <a:r>
              <a:rPr lang="en-US" altLang="zh-CN" sz="2800" b="1" dirty="0">
                <a:solidFill>
                  <a:srgbClr val="CC0066"/>
                </a:solidFill>
                <a:latin typeface="宋体" pitchFamily="2" charset="-122"/>
              </a:rPr>
              <a:t>h/l/L</a:t>
            </a:r>
            <a:r>
              <a:rPr lang="en-US" altLang="zh-CN" sz="2800" b="1" dirty="0">
                <a:solidFill>
                  <a:srgbClr val="0000FF"/>
                </a:solidFill>
                <a:latin typeface="宋体" pitchFamily="2" charset="-122"/>
              </a:rPr>
              <a:t> </a:t>
            </a:r>
            <a:r>
              <a:rPr lang="zh-CN" altLang="en-US" sz="2800" b="1" dirty="0">
                <a:solidFill>
                  <a:srgbClr val="0000FF"/>
                </a:solidFill>
                <a:latin typeface="宋体" pitchFamily="2" charset="-122"/>
              </a:rPr>
              <a:t>指明输出项的类型。</a:t>
            </a:r>
            <a:endParaRPr lang="zh-CN" altLang="en-US" sz="2800" b="1" dirty="0">
              <a:latin typeface="宋体" pitchFamily="2" charset="-122"/>
            </a:endParaRPr>
          </a:p>
          <a:p>
            <a:pPr marL="0" indent="0">
              <a:lnSpc>
                <a:spcPct val="110000"/>
              </a:lnSpc>
              <a:buFont typeface="Monotype Sorts" pitchFamily="2" charset="2"/>
              <a:buNone/>
            </a:pPr>
            <a:r>
              <a:rPr lang="zh-CN" altLang="en-US" sz="2800" b="1" dirty="0">
                <a:latin typeface="宋体" pitchFamily="2" charset="-122"/>
              </a:rPr>
              <a:t>    </a:t>
            </a:r>
            <a:r>
              <a:rPr lang="en-US" altLang="zh-CN" sz="2800" b="1" dirty="0">
                <a:latin typeface="宋体" pitchFamily="2" charset="-122"/>
              </a:rPr>
              <a:t>h</a:t>
            </a:r>
            <a:r>
              <a:rPr lang="zh-CN" altLang="en-US" sz="2800" b="1" dirty="0">
                <a:latin typeface="宋体" pitchFamily="2" charset="-122"/>
              </a:rPr>
              <a:t>与整型格式符一起使用，表示输出项是</a:t>
            </a:r>
            <a:br>
              <a:rPr lang="zh-CN" altLang="en-US" sz="2800" b="1" dirty="0">
                <a:latin typeface="宋体" pitchFamily="2" charset="-122"/>
              </a:rPr>
            </a:br>
            <a:r>
              <a:rPr lang="en-US" altLang="zh-CN" sz="2800" b="1" dirty="0">
                <a:latin typeface="宋体" pitchFamily="2" charset="-122"/>
              </a:rPr>
              <a:t>short </a:t>
            </a:r>
            <a:r>
              <a:rPr lang="en-US" altLang="zh-CN" sz="2800" b="1" dirty="0" err="1">
                <a:latin typeface="宋体" pitchFamily="2" charset="-122"/>
              </a:rPr>
              <a:t>int</a:t>
            </a:r>
            <a:r>
              <a:rPr lang="en-US" altLang="zh-CN" sz="2800" b="1" dirty="0">
                <a:latin typeface="宋体" pitchFamily="2" charset="-122"/>
              </a:rPr>
              <a:t> </a:t>
            </a:r>
            <a:r>
              <a:rPr lang="zh-CN" altLang="en-US" sz="2800" b="1" dirty="0">
                <a:latin typeface="宋体" pitchFamily="2" charset="-122"/>
              </a:rPr>
              <a:t>或 </a:t>
            </a:r>
            <a:r>
              <a:rPr lang="en-US" altLang="zh-CN" sz="2800" b="1" dirty="0">
                <a:latin typeface="宋体" pitchFamily="2" charset="-122"/>
              </a:rPr>
              <a:t>unsigned short </a:t>
            </a:r>
            <a:r>
              <a:rPr lang="en-US" altLang="zh-CN" sz="2800" b="1" dirty="0" err="1">
                <a:latin typeface="宋体" pitchFamily="2" charset="-122"/>
              </a:rPr>
              <a:t>int</a:t>
            </a:r>
            <a:r>
              <a:rPr lang="zh-CN" altLang="en-US" sz="2800" b="1" dirty="0">
                <a:latin typeface="宋体" pitchFamily="2" charset="-122"/>
              </a:rPr>
              <a:t>。</a:t>
            </a:r>
          </a:p>
          <a:p>
            <a:pPr marL="0" indent="0">
              <a:lnSpc>
                <a:spcPct val="110000"/>
              </a:lnSpc>
              <a:buFont typeface="Monotype Sorts" pitchFamily="2" charset="2"/>
              <a:buNone/>
            </a:pPr>
            <a:r>
              <a:rPr lang="zh-CN" altLang="en-US" sz="2800" b="1" dirty="0">
                <a:latin typeface="宋体" pitchFamily="2" charset="-122"/>
              </a:rPr>
              <a:t>    </a:t>
            </a:r>
            <a:r>
              <a:rPr lang="en-US" altLang="zh-CN" sz="2800" b="1" dirty="0">
                <a:latin typeface="宋体" pitchFamily="2" charset="-122"/>
              </a:rPr>
              <a:t>l</a:t>
            </a:r>
            <a:r>
              <a:rPr lang="zh-CN" altLang="en-US" sz="2800" b="1" dirty="0">
                <a:latin typeface="宋体" pitchFamily="2" charset="-122"/>
              </a:rPr>
              <a:t>与整型格式符一起使用，表示输出项是</a:t>
            </a:r>
            <a:br>
              <a:rPr lang="zh-CN" altLang="en-US" sz="2800" b="1" dirty="0">
                <a:latin typeface="宋体" pitchFamily="2" charset="-122"/>
              </a:rPr>
            </a:br>
            <a:r>
              <a:rPr lang="en-US" altLang="zh-CN" sz="2800" b="1" dirty="0">
                <a:latin typeface="宋体" pitchFamily="2" charset="-122"/>
              </a:rPr>
              <a:t>long </a:t>
            </a:r>
            <a:r>
              <a:rPr lang="en-US" altLang="zh-CN" sz="2800" b="1" dirty="0" err="1">
                <a:latin typeface="宋体" pitchFamily="2" charset="-122"/>
              </a:rPr>
              <a:t>int</a:t>
            </a:r>
            <a:r>
              <a:rPr lang="en-US" altLang="zh-CN" sz="2800" b="1" dirty="0">
                <a:latin typeface="宋体" pitchFamily="2" charset="-122"/>
              </a:rPr>
              <a:t> </a:t>
            </a:r>
            <a:r>
              <a:rPr lang="zh-CN" altLang="en-US" sz="2800" b="1" dirty="0">
                <a:latin typeface="宋体" pitchFamily="2" charset="-122"/>
              </a:rPr>
              <a:t>或 </a:t>
            </a:r>
            <a:r>
              <a:rPr lang="en-US" altLang="zh-CN" sz="2800" b="1" dirty="0">
                <a:latin typeface="宋体" pitchFamily="2" charset="-122"/>
              </a:rPr>
              <a:t>unsigned long </a:t>
            </a:r>
            <a:r>
              <a:rPr lang="en-US" altLang="zh-CN" sz="2800" b="1" dirty="0" err="1">
                <a:latin typeface="宋体" pitchFamily="2" charset="-122"/>
              </a:rPr>
              <a:t>int</a:t>
            </a:r>
            <a:r>
              <a:rPr lang="zh-CN" altLang="en-US" sz="2800" b="1" dirty="0">
                <a:latin typeface="宋体" pitchFamily="2" charset="-122"/>
              </a:rPr>
              <a:t>。</a:t>
            </a:r>
          </a:p>
          <a:p>
            <a:pPr marL="0" indent="0">
              <a:lnSpc>
                <a:spcPct val="110000"/>
              </a:lnSpc>
              <a:buFont typeface="Monotype Sorts" pitchFamily="2" charset="2"/>
              <a:buNone/>
            </a:pPr>
            <a:r>
              <a:rPr lang="zh-CN" altLang="en-US" sz="2800" b="1" dirty="0">
                <a:latin typeface="宋体" pitchFamily="2" charset="-122"/>
              </a:rPr>
              <a:t>    </a:t>
            </a:r>
            <a:r>
              <a:rPr lang="en-US" altLang="zh-CN" sz="2800" b="1" dirty="0">
                <a:latin typeface="宋体" pitchFamily="2" charset="-122"/>
              </a:rPr>
              <a:t>L</a:t>
            </a:r>
            <a:r>
              <a:rPr lang="zh-CN" altLang="en-US" sz="2800" b="1" dirty="0">
                <a:latin typeface="宋体" pitchFamily="2" charset="-122"/>
              </a:rPr>
              <a:t>与实型格式符一起使用，表示输出项是</a:t>
            </a:r>
            <a:br>
              <a:rPr lang="zh-CN" altLang="en-US" sz="2800" b="1" dirty="0">
                <a:latin typeface="宋体" pitchFamily="2" charset="-122"/>
              </a:rPr>
            </a:br>
            <a:r>
              <a:rPr lang="en-US" altLang="zh-CN" sz="2800" b="1" dirty="0">
                <a:latin typeface="宋体" pitchFamily="2" charset="-122"/>
              </a:rPr>
              <a:t>long double</a:t>
            </a:r>
            <a:r>
              <a:rPr lang="zh-CN" altLang="en-US" sz="2800" b="1" dirty="0">
                <a:latin typeface="宋体" pitchFamily="2" charset="-122"/>
              </a:rPr>
              <a:t>型。</a:t>
            </a:r>
            <a:r>
              <a:rPr lang="zh-CN" altLang="en-US" sz="2000" b="1" dirty="0">
                <a:latin typeface="宋体" pitchFamily="2" charset="-122"/>
              </a:rPr>
              <a:t>    </a:t>
            </a:r>
          </a:p>
        </p:txBody>
      </p:sp>
      <p:sp>
        <p:nvSpPr>
          <p:cNvPr id="6" name="灯片编号占位符 5"/>
          <p:cNvSpPr>
            <a:spLocks noGrp="1"/>
          </p:cNvSpPr>
          <p:nvPr>
            <p:ph type="sldNum" sz="quarter" idx="12"/>
          </p:nvPr>
        </p:nvSpPr>
        <p:spPr/>
        <p:txBody>
          <a:bodyPr/>
          <a:lstStyle/>
          <a:p>
            <a:fld id="{1A1D7027-9A23-4B2D-BC3A-810A5AFD3776}" type="slidenum">
              <a:rPr lang="en-US" altLang="zh-CN"/>
              <a:pPr/>
              <a:t>39</a:t>
            </a:fld>
            <a:endParaRPr lang="en-US" altLang="zh-CN"/>
          </a:p>
        </p:txBody>
      </p:sp>
      <p:sp>
        <p:nvSpPr>
          <p:cNvPr id="488452" name="Rectangle 4"/>
          <p:cNvSpPr>
            <a:spLocks noChangeArrowheads="1"/>
          </p:cNvSpPr>
          <p:nvPr/>
        </p:nvSpPr>
        <p:spPr bwMode="auto">
          <a:xfrm>
            <a:off x="500034" y="857232"/>
            <a:ext cx="8137525" cy="2062103"/>
          </a:xfrm>
          <a:prstGeom prst="rect">
            <a:avLst/>
          </a:prstGeom>
          <a:noFill/>
          <a:ln w="9525">
            <a:noFill/>
            <a:miter lim="800000"/>
            <a:headEnd/>
            <a:tailEnd/>
          </a:ln>
          <a:effectLst/>
        </p:spPr>
        <p:txBody>
          <a:bodyPr>
            <a:spAutoFit/>
          </a:bodyPr>
          <a:lstStyle/>
          <a:p>
            <a:pPr marL="623888" indent="-623888"/>
            <a:r>
              <a:rPr lang="en-US" altLang="zh-CN" sz="3200" b="1" dirty="0">
                <a:solidFill>
                  <a:srgbClr val="CC0066"/>
                </a:solidFill>
              </a:rPr>
              <a:t>.p</a:t>
            </a:r>
            <a:r>
              <a:rPr lang="en-US" altLang="zh-CN" sz="3200" b="1" dirty="0"/>
              <a:t>    </a:t>
            </a:r>
            <a:r>
              <a:rPr lang="zh-CN" altLang="en-US" sz="3200" b="1" dirty="0">
                <a:solidFill>
                  <a:srgbClr val="0000FF"/>
                </a:solidFill>
              </a:rPr>
              <a:t>对</a:t>
            </a:r>
            <a:r>
              <a:rPr lang="en-US" altLang="zh-CN" sz="3200" b="1" dirty="0">
                <a:solidFill>
                  <a:srgbClr val="0000FF"/>
                </a:solidFill>
              </a:rPr>
              <a:t>e</a:t>
            </a:r>
            <a:r>
              <a:rPr lang="zh-CN" altLang="en-US" sz="3200" b="1" dirty="0">
                <a:solidFill>
                  <a:srgbClr val="0000FF"/>
                </a:solidFill>
              </a:rPr>
              <a:t>、</a:t>
            </a:r>
            <a:r>
              <a:rPr lang="en-US" altLang="zh-CN" sz="3200" b="1" dirty="0">
                <a:solidFill>
                  <a:srgbClr val="0000FF"/>
                </a:solidFill>
              </a:rPr>
              <a:t>f</a:t>
            </a:r>
            <a:r>
              <a:rPr lang="zh-CN" altLang="en-US" sz="3200" b="1" dirty="0">
                <a:solidFill>
                  <a:srgbClr val="0000FF"/>
                </a:solidFill>
              </a:rPr>
              <a:t>格式</a:t>
            </a:r>
            <a:r>
              <a:rPr lang="zh-CN" altLang="en-US" sz="3200" b="1" dirty="0"/>
              <a:t>，指明小数点之后输出的位数，缺省时，</a:t>
            </a:r>
            <a:r>
              <a:rPr lang="en-US" altLang="zh-CN" sz="3200" b="1" dirty="0">
                <a:highlight>
                  <a:srgbClr val="FFFF00"/>
                </a:highlight>
              </a:rPr>
              <a:t>p=6</a:t>
            </a:r>
            <a:r>
              <a:rPr lang="zh-CN" altLang="en-US" sz="3200" b="1" dirty="0"/>
              <a:t>。</a:t>
            </a:r>
          </a:p>
          <a:p>
            <a:pPr marL="623888" indent="-623888"/>
            <a:r>
              <a:rPr lang="zh-CN" altLang="en-US" sz="3200" b="1" dirty="0"/>
              <a:t>       </a:t>
            </a:r>
            <a:r>
              <a:rPr lang="zh-CN" altLang="en-US" sz="3200" b="1" dirty="0">
                <a:solidFill>
                  <a:srgbClr val="0000FF"/>
                </a:solidFill>
              </a:rPr>
              <a:t>对</a:t>
            </a:r>
            <a:r>
              <a:rPr lang="en-US" altLang="zh-CN" sz="3200" b="1" dirty="0">
                <a:solidFill>
                  <a:srgbClr val="0000FF"/>
                </a:solidFill>
              </a:rPr>
              <a:t>s</a:t>
            </a:r>
            <a:r>
              <a:rPr lang="zh-CN" altLang="en-US" sz="3200" b="1" dirty="0">
                <a:solidFill>
                  <a:srgbClr val="0000FF"/>
                </a:solidFill>
              </a:rPr>
              <a:t>格式</a:t>
            </a:r>
            <a:r>
              <a:rPr lang="zh-CN" altLang="en-US" sz="3200" b="1" dirty="0"/>
              <a:t>，指明最多输出字符串的前</a:t>
            </a:r>
            <a:r>
              <a:rPr lang="en-US" altLang="zh-CN" sz="3200" b="1" dirty="0"/>
              <a:t>p</a:t>
            </a:r>
            <a:r>
              <a:rPr lang="zh-CN" altLang="en-US" sz="3200" b="1" dirty="0"/>
              <a:t>个字符，多余截断。</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FC607744-62E8-4BAF-B95F-53D6664CD9DB}"/>
              </a:ext>
            </a:extLst>
          </p:cNvPr>
          <p:cNvPicPr>
            <a:picLocks noChangeAspect="1"/>
          </p:cNvPicPr>
          <p:nvPr/>
        </p:nvPicPr>
        <p:blipFill>
          <a:blip r:embed="rId2"/>
          <a:stretch>
            <a:fillRect/>
          </a:stretch>
        </p:blipFill>
        <p:spPr>
          <a:xfrm>
            <a:off x="251520" y="332656"/>
            <a:ext cx="6336704" cy="4127853"/>
          </a:xfrm>
          <a:prstGeom prst="rect">
            <a:avLst/>
          </a:prstGeom>
        </p:spPr>
      </p:pic>
      <p:pic>
        <p:nvPicPr>
          <p:cNvPr id="6" name="图片 5">
            <a:extLst>
              <a:ext uri="{FF2B5EF4-FFF2-40B4-BE49-F238E27FC236}">
                <a16:creationId xmlns:a16="http://schemas.microsoft.com/office/drawing/2014/main" id="{9B6222DA-9879-43E2-8006-E8FCD434C079}"/>
              </a:ext>
            </a:extLst>
          </p:cNvPr>
          <p:cNvPicPr>
            <a:picLocks noChangeAspect="1"/>
          </p:cNvPicPr>
          <p:nvPr/>
        </p:nvPicPr>
        <p:blipFill>
          <a:blip r:embed="rId3"/>
          <a:stretch>
            <a:fillRect/>
          </a:stretch>
        </p:blipFill>
        <p:spPr>
          <a:xfrm>
            <a:off x="3131840" y="4725144"/>
            <a:ext cx="5929472" cy="1800200"/>
          </a:xfrm>
          <a:prstGeom prst="rect">
            <a:avLst/>
          </a:prstGeom>
        </p:spPr>
      </p:pic>
    </p:spTree>
    <p:extLst>
      <p:ext uri="{BB962C8B-B14F-4D97-AF65-F5344CB8AC3E}">
        <p14:creationId xmlns:p14="http://schemas.microsoft.com/office/powerpoint/2010/main" val="398727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图片 3">
            <a:extLst>
              <a:ext uri="{FF2B5EF4-FFF2-40B4-BE49-F238E27FC236}">
                <a16:creationId xmlns:a16="http://schemas.microsoft.com/office/drawing/2014/main" id="{CED7A956-F7AE-4F5F-8C62-7B0AA025ED63}"/>
              </a:ext>
            </a:extLst>
          </p:cNvPr>
          <p:cNvPicPr>
            <a:picLocks noChangeAspect="1"/>
          </p:cNvPicPr>
          <p:nvPr/>
        </p:nvPicPr>
        <p:blipFill>
          <a:blip r:embed="rId2"/>
          <a:stretch>
            <a:fillRect/>
          </a:stretch>
        </p:blipFill>
        <p:spPr>
          <a:xfrm>
            <a:off x="0" y="548680"/>
            <a:ext cx="8579296" cy="1821451"/>
          </a:xfrm>
          <a:prstGeom prst="rect">
            <a:avLst/>
          </a:prstGeom>
        </p:spPr>
      </p:pic>
      <p:pic>
        <p:nvPicPr>
          <p:cNvPr id="5" name="图片 4">
            <a:extLst>
              <a:ext uri="{FF2B5EF4-FFF2-40B4-BE49-F238E27FC236}">
                <a16:creationId xmlns:a16="http://schemas.microsoft.com/office/drawing/2014/main" id="{5C5D170B-E6EA-4B08-B547-21DA106141BE}"/>
              </a:ext>
            </a:extLst>
          </p:cNvPr>
          <p:cNvPicPr>
            <a:picLocks noChangeAspect="1"/>
          </p:cNvPicPr>
          <p:nvPr/>
        </p:nvPicPr>
        <p:blipFill>
          <a:blip r:embed="rId3"/>
          <a:stretch>
            <a:fillRect/>
          </a:stretch>
        </p:blipFill>
        <p:spPr>
          <a:xfrm>
            <a:off x="-180527" y="2370131"/>
            <a:ext cx="9721080" cy="1371026"/>
          </a:xfrm>
          <a:prstGeom prst="rect">
            <a:avLst/>
          </a:prstGeom>
        </p:spPr>
      </p:pic>
      <p:pic>
        <p:nvPicPr>
          <p:cNvPr id="8" name="图片 7">
            <a:extLst>
              <a:ext uri="{FF2B5EF4-FFF2-40B4-BE49-F238E27FC236}">
                <a16:creationId xmlns:a16="http://schemas.microsoft.com/office/drawing/2014/main" id="{49F009C9-0A3D-4E55-8291-D12AA73727E1}"/>
              </a:ext>
            </a:extLst>
          </p:cNvPr>
          <p:cNvPicPr>
            <a:picLocks noChangeAspect="1"/>
          </p:cNvPicPr>
          <p:nvPr/>
        </p:nvPicPr>
        <p:blipFill>
          <a:blip r:embed="rId4"/>
          <a:stretch>
            <a:fillRect/>
          </a:stretch>
        </p:blipFill>
        <p:spPr>
          <a:xfrm>
            <a:off x="323528" y="4215663"/>
            <a:ext cx="9029700" cy="2009775"/>
          </a:xfrm>
          <a:prstGeom prst="rect">
            <a:avLst/>
          </a:prstGeom>
        </p:spPr>
      </p:pic>
    </p:spTree>
    <p:extLst>
      <p:ext uri="{BB962C8B-B14F-4D97-AF65-F5344CB8AC3E}">
        <p14:creationId xmlns:p14="http://schemas.microsoft.com/office/powerpoint/2010/main" val="130570891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5618" name="Rectangle 2"/>
          <p:cNvSpPr>
            <a:spLocks noGrp="1" noChangeArrowheads="1"/>
          </p:cNvSpPr>
          <p:nvPr>
            <p:ph type="title"/>
          </p:nvPr>
        </p:nvSpPr>
        <p:spPr>
          <a:xfrm>
            <a:off x="395288" y="260350"/>
            <a:ext cx="8424862" cy="685800"/>
          </a:xfrm>
        </p:spPr>
        <p:txBody>
          <a:bodyPr/>
          <a:lstStyle/>
          <a:p>
            <a:r>
              <a:rPr lang="zh-CN" altLang="en-US" sz="3600" b="1" dirty="0">
                <a:solidFill>
                  <a:schemeClr val="tx1"/>
                </a:solidFill>
                <a:latin typeface="黑体" pitchFamily="2" charset="-122"/>
                <a:ea typeface="黑体" pitchFamily="2" charset="-122"/>
              </a:rPr>
              <a:t>格式输入函数</a:t>
            </a:r>
            <a:endParaRPr lang="zh-CN" altLang="en-US" sz="4800" b="1" dirty="0">
              <a:solidFill>
                <a:schemeClr val="tx1"/>
              </a:solidFill>
              <a:latin typeface="黑体" pitchFamily="2" charset="-122"/>
              <a:ea typeface="黑体" pitchFamily="2" charset="-122"/>
            </a:endParaRPr>
          </a:p>
        </p:txBody>
      </p:sp>
      <p:sp>
        <p:nvSpPr>
          <p:cNvPr id="495619" name="Rectangle 3"/>
          <p:cNvSpPr>
            <a:spLocks noGrp="1" noChangeArrowheads="1"/>
          </p:cNvSpPr>
          <p:nvPr>
            <p:ph idx="1"/>
          </p:nvPr>
        </p:nvSpPr>
        <p:spPr>
          <a:xfrm>
            <a:off x="304800" y="1052513"/>
            <a:ext cx="8299450" cy="5329237"/>
          </a:xfrm>
        </p:spPr>
        <p:txBody>
          <a:bodyPr>
            <a:noAutofit/>
          </a:bodyPr>
          <a:lstStyle/>
          <a:p>
            <a:pPr marL="1074738" indent="-1074738" algn="just">
              <a:lnSpc>
                <a:spcPct val="95000"/>
              </a:lnSpc>
              <a:spcBef>
                <a:spcPct val="0"/>
              </a:spcBef>
              <a:buFont typeface="Monotype Sorts" pitchFamily="2" charset="2"/>
              <a:buNone/>
            </a:pPr>
            <a:r>
              <a:rPr lang="zh-CN" altLang="en-US" sz="2800" b="1" dirty="0">
                <a:solidFill>
                  <a:srgbClr val="0000FF"/>
                </a:solidFill>
                <a:latin typeface="宋体" pitchFamily="2" charset="-122"/>
              </a:rPr>
              <a:t>格式：</a:t>
            </a:r>
          </a:p>
          <a:p>
            <a:pPr marL="1074738" indent="-1074738" algn="just">
              <a:lnSpc>
                <a:spcPct val="95000"/>
              </a:lnSpc>
              <a:spcBef>
                <a:spcPct val="0"/>
              </a:spcBef>
              <a:buFont typeface="Monotype Sorts" pitchFamily="2" charset="2"/>
              <a:buNone/>
            </a:pPr>
            <a:r>
              <a:rPr lang="en-US" altLang="zh-CN" sz="3600" b="1" dirty="0" err="1">
                <a:latin typeface="宋体" pitchFamily="2" charset="-122"/>
              </a:rPr>
              <a:t>scanf</a:t>
            </a:r>
            <a:r>
              <a:rPr lang="en-US" altLang="zh-CN" sz="2800" b="1" dirty="0">
                <a:latin typeface="宋体" pitchFamily="2" charset="-122"/>
              </a:rPr>
              <a:t>(</a:t>
            </a:r>
            <a:r>
              <a:rPr lang="zh-CN" altLang="en-US" sz="2800" b="1" dirty="0">
                <a:latin typeface="宋体" pitchFamily="2" charset="-122"/>
              </a:rPr>
              <a:t>格式控制字符串，储存地址，存储地址，</a:t>
            </a:r>
            <a:r>
              <a:rPr lang="en-US" altLang="zh-CN" sz="2800" b="1" dirty="0">
                <a:latin typeface="宋体" pitchFamily="2" charset="-122"/>
              </a:rPr>
              <a:t>…)</a:t>
            </a:r>
          </a:p>
          <a:p>
            <a:pPr marL="1074738" indent="-1074738" algn="just">
              <a:lnSpc>
                <a:spcPct val="95000"/>
              </a:lnSpc>
              <a:spcBef>
                <a:spcPct val="0"/>
              </a:spcBef>
              <a:buFont typeface="Monotype Sorts" pitchFamily="2" charset="2"/>
              <a:buNone/>
            </a:pPr>
            <a:r>
              <a:rPr lang="zh-CN" altLang="en-US" sz="2800" b="1" dirty="0">
                <a:solidFill>
                  <a:srgbClr val="0000FF"/>
                </a:solidFill>
                <a:latin typeface="宋体" pitchFamily="2" charset="-122"/>
              </a:rPr>
              <a:t>功能：</a:t>
            </a:r>
            <a:r>
              <a:rPr lang="zh-CN" altLang="en-US" sz="2800" b="1" dirty="0">
                <a:latin typeface="宋体" pitchFamily="2" charset="-122"/>
              </a:rPr>
              <a:t>从标准设备读入数据，并按格式存储到对应的数据存储地址中。</a:t>
            </a:r>
          </a:p>
          <a:p>
            <a:pPr marL="1074738" indent="-1074738" algn="just">
              <a:lnSpc>
                <a:spcPct val="95000"/>
              </a:lnSpc>
              <a:spcBef>
                <a:spcPct val="0"/>
              </a:spcBef>
              <a:buFont typeface="Monotype Sorts" pitchFamily="2" charset="2"/>
              <a:buNone/>
            </a:pPr>
            <a:r>
              <a:rPr lang="zh-CN" altLang="en-US" sz="2800" b="1" dirty="0">
                <a:solidFill>
                  <a:srgbClr val="0000FF"/>
                </a:solidFill>
                <a:latin typeface="宋体" pitchFamily="2" charset="-122"/>
              </a:rPr>
              <a:t>其中：</a:t>
            </a:r>
            <a:r>
              <a:rPr lang="zh-CN" altLang="en-US" sz="2800" b="1" dirty="0">
                <a:latin typeface="宋体" pitchFamily="2" charset="-122"/>
              </a:rPr>
              <a:t>格式控制字符串是用双引号括起来的字符串</a:t>
            </a:r>
          </a:p>
          <a:p>
            <a:pPr marL="1074738" indent="-1074738">
              <a:lnSpc>
                <a:spcPct val="95000"/>
              </a:lnSpc>
              <a:spcBef>
                <a:spcPct val="0"/>
              </a:spcBef>
              <a:buFont typeface="Monotype Sorts" pitchFamily="2" charset="2"/>
              <a:buNone/>
            </a:pPr>
            <a:r>
              <a:rPr lang="zh-CN" altLang="en-US" sz="2800" b="1" dirty="0">
                <a:solidFill>
                  <a:srgbClr val="0000FF"/>
                </a:solidFill>
                <a:latin typeface="宋体" pitchFamily="2" charset="-122"/>
              </a:rPr>
              <a:t>格式控制字符串有：</a:t>
            </a:r>
          </a:p>
          <a:p>
            <a:pPr marL="1074738" indent="-1074738">
              <a:lnSpc>
                <a:spcPct val="95000"/>
              </a:lnSpc>
              <a:spcBef>
                <a:spcPct val="0"/>
              </a:spcBef>
              <a:buFont typeface="Monotype Sorts" pitchFamily="2" charset="2"/>
              <a:buNone/>
            </a:pPr>
            <a:r>
              <a:rPr lang="en-US" altLang="zh-CN" sz="2800" b="1" dirty="0">
                <a:solidFill>
                  <a:srgbClr val="CC0066"/>
                </a:solidFill>
                <a:latin typeface="宋体" pitchFamily="2" charset="-122"/>
              </a:rPr>
              <a:t>1. </a:t>
            </a:r>
            <a:r>
              <a:rPr lang="zh-CN" altLang="en-US" sz="2800" b="1" dirty="0">
                <a:solidFill>
                  <a:srgbClr val="CC0066"/>
                </a:solidFill>
                <a:latin typeface="宋体" pitchFamily="2" charset="-122"/>
              </a:rPr>
              <a:t>空白类字符</a:t>
            </a:r>
            <a:r>
              <a:rPr lang="zh-CN" altLang="en-US" sz="2800" b="1" dirty="0">
                <a:solidFill>
                  <a:srgbClr val="CC0000"/>
                </a:solidFill>
                <a:latin typeface="宋体" pitchFamily="2" charset="-122"/>
              </a:rPr>
              <a:t>（</a:t>
            </a:r>
            <a:r>
              <a:rPr lang="zh-CN" altLang="en-US" sz="2800" b="1" dirty="0">
                <a:solidFill>
                  <a:srgbClr val="CC0000"/>
                </a:solidFill>
                <a:highlight>
                  <a:srgbClr val="FFFF00"/>
                </a:highlight>
                <a:latin typeface="宋体" pitchFamily="2" charset="-122"/>
              </a:rPr>
              <a:t>空格符或制表符或换行符</a:t>
            </a:r>
            <a:r>
              <a:rPr lang="zh-CN" altLang="en-US" sz="2800" b="1" dirty="0">
                <a:solidFill>
                  <a:srgbClr val="CC0000"/>
                </a:solidFill>
                <a:latin typeface="宋体" pitchFamily="2" charset="-122"/>
              </a:rPr>
              <a:t>）</a:t>
            </a:r>
          </a:p>
          <a:p>
            <a:pPr marL="1074738" indent="-1074738">
              <a:lnSpc>
                <a:spcPct val="95000"/>
              </a:lnSpc>
              <a:spcBef>
                <a:spcPct val="0"/>
              </a:spcBef>
              <a:buFont typeface="Monotype Sorts" pitchFamily="2" charset="2"/>
              <a:buNone/>
            </a:pPr>
            <a:r>
              <a:rPr lang="zh-CN" altLang="en-US" sz="2800" b="1" dirty="0">
                <a:latin typeface="宋体" pitchFamily="2" charset="-122"/>
              </a:rPr>
              <a:t>   输入时忽略，直到遇到下一个非空白类字符。</a:t>
            </a:r>
          </a:p>
          <a:p>
            <a:pPr marL="1074738" indent="-1074738">
              <a:lnSpc>
                <a:spcPct val="95000"/>
              </a:lnSpc>
              <a:spcBef>
                <a:spcPct val="0"/>
              </a:spcBef>
              <a:buFont typeface="Monotype Sorts" pitchFamily="2" charset="2"/>
              <a:buNone/>
            </a:pPr>
            <a:r>
              <a:rPr lang="en-US" altLang="zh-CN" sz="2800" b="1" dirty="0">
                <a:solidFill>
                  <a:srgbClr val="CC0066"/>
                </a:solidFill>
                <a:latin typeface="宋体" pitchFamily="2" charset="-122"/>
              </a:rPr>
              <a:t>2. </a:t>
            </a:r>
            <a:r>
              <a:rPr lang="zh-CN" altLang="en-US" sz="2800" b="1" dirty="0">
                <a:solidFill>
                  <a:srgbClr val="CC0066"/>
                </a:solidFill>
                <a:latin typeface="宋体" pitchFamily="2" charset="-122"/>
              </a:rPr>
              <a:t>普通字符</a:t>
            </a:r>
            <a:r>
              <a:rPr lang="zh-CN" altLang="en-US" sz="2800" b="1" dirty="0">
                <a:solidFill>
                  <a:srgbClr val="CC0000"/>
                </a:solidFill>
                <a:latin typeface="宋体" pitchFamily="2" charset="-122"/>
              </a:rPr>
              <a:t>（不包括</a:t>
            </a:r>
            <a:r>
              <a:rPr lang="en-US" altLang="zh-CN" sz="2800" b="1" dirty="0">
                <a:solidFill>
                  <a:srgbClr val="CC0000"/>
                </a:solidFill>
                <a:latin typeface="宋体" pitchFamily="2" charset="-122"/>
              </a:rPr>
              <a:t>%</a:t>
            </a:r>
            <a:r>
              <a:rPr lang="zh-CN" altLang="en-US" sz="2800" b="1" dirty="0">
                <a:solidFill>
                  <a:srgbClr val="CC0000"/>
                </a:solidFill>
                <a:latin typeface="宋体" pitchFamily="2" charset="-122"/>
              </a:rPr>
              <a:t>）</a:t>
            </a:r>
          </a:p>
          <a:p>
            <a:pPr marL="1074738" indent="-1074738">
              <a:lnSpc>
                <a:spcPct val="95000"/>
              </a:lnSpc>
              <a:spcBef>
                <a:spcPct val="0"/>
              </a:spcBef>
              <a:buFont typeface="Monotype Sorts" pitchFamily="2" charset="2"/>
              <a:buNone/>
            </a:pPr>
            <a:r>
              <a:rPr lang="zh-CN" altLang="en-US" sz="2800" b="1" dirty="0">
                <a:solidFill>
                  <a:srgbClr val="CC0000"/>
                </a:solidFill>
                <a:latin typeface="宋体" pitchFamily="2" charset="-122"/>
              </a:rPr>
              <a:t>   </a:t>
            </a:r>
            <a:r>
              <a:rPr lang="zh-CN" altLang="en-US" sz="2800" b="1" dirty="0">
                <a:latin typeface="宋体" pitchFamily="2" charset="-122"/>
              </a:rPr>
              <a:t>输入时，这些字符要求原样输入。</a:t>
            </a:r>
          </a:p>
          <a:p>
            <a:pPr marL="1074738" indent="-1074738">
              <a:lnSpc>
                <a:spcPct val="95000"/>
              </a:lnSpc>
              <a:spcBef>
                <a:spcPct val="0"/>
              </a:spcBef>
              <a:buFont typeface="Monotype Sorts" pitchFamily="2" charset="2"/>
              <a:buNone/>
            </a:pPr>
            <a:r>
              <a:rPr lang="en-US" altLang="zh-CN" sz="2800" b="1" dirty="0">
                <a:solidFill>
                  <a:srgbClr val="CC0066"/>
                </a:solidFill>
                <a:latin typeface="宋体" pitchFamily="2" charset="-122"/>
              </a:rPr>
              <a:t>3. </a:t>
            </a:r>
            <a:r>
              <a:rPr lang="zh-CN" altLang="en-US" sz="2800" b="1" dirty="0">
                <a:solidFill>
                  <a:srgbClr val="CC0066"/>
                </a:solidFill>
                <a:latin typeface="宋体" pitchFamily="2" charset="-122"/>
              </a:rPr>
              <a:t>格式转换说明</a:t>
            </a:r>
            <a:r>
              <a:rPr lang="zh-CN" altLang="en-US" sz="2800" b="1" dirty="0">
                <a:solidFill>
                  <a:srgbClr val="CC0000"/>
                </a:solidFill>
                <a:latin typeface="宋体" pitchFamily="2" charset="-122"/>
              </a:rPr>
              <a:t>（以字符 </a:t>
            </a:r>
            <a:r>
              <a:rPr lang="en-US" altLang="zh-CN" sz="2800" b="1" dirty="0">
                <a:solidFill>
                  <a:srgbClr val="CC0000"/>
                </a:solidFill>
                <a:latin typeface="Courier New"/>
              </a:rPr>
              <a:t>’</a:t>
            </a:r>
            <a:r>
              <a:rPr lang="en-US" altLang="zh-CN" sz="2800" b="1" dirty="0">
                <a:solidFill>
                  <a:srgbClr val="CC0000"/>
                </a:solidFill>
                <a:latin typeface="宋体" pitchFamily="2" charset="-122"/>
              </a:rPr>
              <a:t>%</a:t>
            </a:r>
            <a:r>
              <a:rPr lang="en-US" altLang="zh-CN" sz="2800" b="1" dirty="0">
                <a:solidFill>
                  <a:srgbClr val="CC0000"/>
                </a:solidFill>
                <a:latin typeface="Courier New"/>
              </a:rPr>
              <a:t>’</a:t>
            </a:r>
            <a:r>
              <a:rPr lang="zh-CN" altLang="en-US" sz="2800" b="1" dirty="0">
                <a:solidFill>
                  <a:srgbClr val="CC0000"/>
                </a:solidFill>
                <a:latin typeface="宋体" pitchFamily="2" charset="-122"/>
              </a:rPr>
              <a:t>开头）</a:t>
            </a:r>
          </a:p>
          <a:p>
            <a:pPr marL="1074738" indent="-1074738">
              <a:lnSpc>
                <a:spcPct val="95000"/>
              </a:lnSpc>
              <a:spcBef>
                <a:spcPct val="0"/>
              </a:spcBef>
              <a:buFont typeface="Monotype Sorts" pitchFamily="2" charset="2"/>
              <a:buNone/>
            </a:pPr>
            <a:r>
              <a:rPr lang="zh-CN" altLang="en-US" sz="2800" b="1" dirty="0">
                <a:solidFill>
                  <a:srgbClr val="CC0000"/>
                </a:solidFill>
                <a:latin typeface="宋体" pitchFamily="2" charset="-122"/>
              </a:rPr>
              <a:t>   </a:t>
            </a:r>
            <a:r>
              <a:rPr lang="zh-CN" altLang="en-US" sz="2800" b="1" dirty="0">
                <a:latin typeface="宋体" pitchFamily="2" charset="-122"/>
              </a:rPr>
              <a:t>输入的内容按要求进行格式转换。</a:t>
            </a:r>
          </a:p>
        </p:txBody>
      </p:sp>
      <p:sp>
        <p:nvSpPr>
          <p:cNvPr id="6" name="灯片编号占位符 5"/>
          <p:cNvSpPr>
            <a:spLocks noGrp="1"/>
          </p:cNvSpPr>
          <p:nvPr>
            <p:ph type="sldNum" sz="quarter" idx="12"/>
          </p:nvPr>
        </p:nvSpPr>
        <p:spPr/>
        <p:txBody>
          <a:bodyPr/>
          <a:lstStyle/>
          <a:p>
            <a:fld id="{F440E4D4-016E-42C5-8586-46AC3CD37D74}" type="slidenum">
              <a:rPr lang="en-US" altLang="zh-CN"/>
              <a:pPr/>
              <a:t>42</a:t>
            </a:fld>
            <a:endParaRPr lang="en-US" altLang="zh-CN"/>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6642" name="Rectangle 2"/>
          <p:cNvSpPr>
            <a:spLocks noGrp="1" noChangeArrowheads="1"/>
          </p:cNvSpPr>
          <p:nvPr>
            <p:ph type="title"/>
          </p:nvPr>
        </p:nvSpPr>
        <p:spPr>
          <a:xfrm>
            <a:off x="304800" y="228600"/>
            <a:ext cx="8610600" cy="685800"/>
          </a:xfrm>
        </p:spPr>
        <p:txBody>
          <a:bodyPr/>
          <a:lstStyle/>
          <a:p>
            <a:r>
              <a:rPr lang="zh-CN" altLang="en-US" sz="3600" b="1" dirty="0">
                <a:solidFill>
                  <a:schemeClr val="tx1"/>
                </a:solidFill>
                <a:latin typeface="黑体" pitchFamily="2" charset="-122"/>
                <a:ea typeface="黑体" pitchFamily="2" charset="-122"/>
              </a:rPr>
              <a:t>格式转换说明的形式</a:t>
            </a:r>
          </a:p>
        </p:txBody>
      </p:sp>
      <p:sp>
        <p:nvSpPr>
          <p:cNvPr id="496643" name="Rectangle 3"/>
          <p:cNvSpPr>
            <a:spLocks noGrp="1" noChangeArrowheads="1"/>
          </p:cNvSpPr>
          <p:nvPr>
            <p:ph idx="1"/>
          </p:nvPr>
        </p:nvSpPr>
        <p:spPr>
          <a:xfrm>
            <a:off x="395288" y="981075"/>
            <a:ext cx="8353425" cy="5251450"/>
          </a:xfrm>
        </p:spPr>
        <p:txBody>
          <a:bodyPr/>
          <a:lstStyle/>
          <a:p>
            <a:pPr marL="536575" indent="-536575">
              <a:buFont typeface="Monotype Sorts" pitchFamily="2" charset="2"/>
              <a:buNone/>
            </a:pPr>
            <a:r>
              <a:rPr lang="en-US" altLang="zh-CN" dirty="0">
                <a:latin typeface="宋体" pitchFamily="2" charset="-122"/>
              </a:rPr>
              <a:t>  </a:t>
            </a:r>
            <a:r>
              <a:rPr lang="en-US" altLang="zh-CN" b="1" dirty="0">
                <a:effectLst>
                  <a:outerShdw blurRad="38100" dist="38100" dir="2700000" algn="tl">
                    <a:srgbClr val="000000"/>
                  </a:outerShdw>
                </a:effectLst>
                <a:latin typeface="宋体" pitchFamily="2" charset="-122"/>
              </a:rPr>
              <a:t> </a:t>
            </a:r>
            <a:r>
              <a:rPr lang="en-US" altLang="zh-CN" b="1" dirty="0">
                <a:solidFill>
                  <a:srgbClr val="FF0000"/>
                </a:solidFill>
                <a:effectLst>
                  <a:outerShdw blurRad="38100" dist="38100" dir="2700000" algn="tl">
                    <a:srgbClr val="000000"/>
                  </a:outerShdw>
                </a:effectLst>
                <a:latin typeface="宋体" pitchFamily="2" charset="-122"/>
              </a:rPr>
              <a:t> </a:t>
            </a:r>
            <a:r>
              <a:rPr lang="en-US" altLang="zh-CN" sz="2800" b="1" dirty="0">
                <a:solidFill>
                  <a:srgbClr val="0000FF"/>
                </a:solidFill>
                <a:latin typeface="宋体" pitchFamily="2" charset="-122"/>
              </a:rPr>
              <a:t>%[*][w][h/l/L] </a:t>
            </a:r>
            <a:r>
              <a:rPr lang="zh-CN" altLang="en-US" sz="2800" b="1" dirty="0">
                <a:solidFill>
                  <a:srgbClr val="0000FF"/>
                </a:solidFill>
                <a:latin typeface="宋体" pitchFamily="2" charset="-122"/>
              </a:rPr>
              <a:t>输入格式符</a:t>
            </a:r>
          </a:p>
          <a:p>
            <a:pPr marL="536575" indent="-536575">
              <a:buFont typeface="Monotype Sorts" pitchFamily="2" charset="2"/>
              <a:buNone/>
            </a:pPr>
            <a:r>
              <a:rPr lang="zh-CN" altLang="en-US" sz="2800" b="1" dirty="0">
                <a:solidFill>
                  <a:srgbClr val="CC0000"/>
                </a:solidFill>
                <a:latin typeface="宋体" pitchFamily="2" charset="-122"/>
              </a:rPr>
              <a:t>*</a:t>
            </a:r>
            <a:r>
              <a:rPr lang="zh-CN" altLang="en-US" sz="2800" b="1" dirty="0">
                <a:latin typeface="宋体" pitchFamily="2" charset="-122"/>
              </a:rPr>
              <a:t>  星号</a:t>
            </a:r>
            <a:r>
              <a:rPr lang="en-US" altLang="zh-CN" sz="2800" b="1" dirty="0">
                <a:latin typeface="宋体" pitchFamily="2" charset="-122"/>
              </a:rPr>
              <a:t>(</a:t>
            </a:r>
            <a:r>
              <a:rPr lang="zh-CN" altLang="en-US" sz="2800" b="1" dirty="0">
                <a:latin typeface="宋体" pitchFamily="2" charset="-122"/>
              </a:rPr>
              <a:t>赋值抑制符</a:t>
            </a:r>
            <a:r>
              <a:rPr lang="en-US" altLang="zh-CN" sz="2800" b="1" dirty="0">
                <a:latin typeface="宋体" pitchFamily="2" charset="-122"/>
              </a:rPr>
              <a:t>)</a:t>
            </a:r>
            <a:r>
              <a:rPr lang="zh-CN" altLang="en-US" sz="2800" b="1" dirty="0">
                <a:latin typeface="宋体" pitchFamily="2" charset="-122"/>
              </a:rPr>
              <a:t>，跳过一个输入数据项。</a:t>
            </a:r>
          </a:p>
          <a:p>
            <a:pPr marL="536575" indent="-536575">
              <a:buFont typeface="Monotype Sorts" pitchFamily="2" charset="2"/>
              <a:buNone/>
            </a:pPr>
            <a:r>
              <a:rPr lang="en-US" altLang="zh-CN" sz="2800" b="1" dirty="0">
                <a:solidFill>
                  <a:srgbClr val="CC0000"/>
                </a:solidFill>
                <a:latin typeface="宋体" pitchFamily="2" charset="-122"/>
              </a:rPr>
              <a:t>w</a:t>
            </a:r>
            <a:r>
              <a:rPr lang="en-US" altLang="zh-CN" sz="2800" b="1" dirty="0">
                <a:latin typeface="宋体" pitchFamily="2" charset="-122"/>
              </a:rPr>
              <a:t>  </a:t>
            </a:r>
            <a:r>
              <a:rPr lang="zh-CN" altLang="en-US" sz="2800" b="1" dirty="0">
                <a:latin typeface="宋体" pitchFamily="2" charset="-122"/>
              </a:rPr>
              <a:t>整型常数</a:t>
            </a:r>
            <a:r>
              <a:rPr lang="en-US" altLang="zh-CN" sz="2800" b="1" dirty="0">
                <a:latin typeface="宋体" pitchFamily="2" charset="-122"/>
              </a:rPr>
              <a:t>(</a:t>
            </a:r>
            <a:r>
              <a:rPr lang="zh-CN" altLang="en-US" sz="2800" b="1" dirty="0">
                <a:latin typeface="宋体" pitchFamily="2" charset="-122"/>
              </a:rPr>
              <a:t>域宽说明</a:t>
            </a:r>
            <a:r>
              <a:rPr lang="en-US" altLang="zh-CN" sz="2800" b="1" dirty="0">
                <a:latin typeface="宋体" pitchFamily="2" charset="-122"/>
              </a:rPr>
              <a:t>)</a:t>
            </a:r>
            <a:r>
              <a:rPr lang="zh-CN" altLang="en-US" sz="2800" b="1" dirty="0">
                <a:latin typeface="宋体" pitchFamily="2" charset="-122"/>
              </a:rPr>
              <a:t>，输入数据项的字符宽度。若实际输入字符的宽度</a:t>
            </a:r>
            <a:r>
              <a:rPr lang="en-US" altLang="zh-CN" sz="2800" b="1" dirty="0">
                <a:latin typeface="宋体" pitchFamily="2" charset="-122"/>
              </a:rPr>
              <a:t>&lt;w</a:t>
            </a:r>
            <a:r>
              <a:rPr lang="zh-CN" altLang="en-US" sz="2800" b="1" dirty="0">
                <a:latin typeface="宋体" pitchFamily="2" charset="-122"/>
              </a:rPr>
              <a:t>，以实际宽度为准。</a:t>
            </a:r>
          </a:p>
          <a:p>
            <a:pPr marL="536575" indent="-536575">
              <a:buFont typeface="Monotype Sorts" pitchFamily="2" charset="2"/>
              <a:buNone/>
            </a:pPr>
            <a:r>
              <a:rPr lang="en-US" altLang="zh-CN" sz="2800" b="1" dirty="0">
                <a:solidFill>
                  <a:srgbClr val="CC0000"/>
                </a:solidFill>
                <a:latin typeface="宋体" pitchFamily="2" charset="-122"/>
              </a:rPr>
              <a:t>h/l/L</a:t>
            </a:r>
            <a:r>
              <a:rPr lang="en-US" altLang="zh-CN" sz="2800" b="1" dirty="0">
                <a:solidFill>
                  <a:srgbClr val="0000FF"/>
                </a:solidFill>
                <a:latin typeface="宋体" pitchFamily="2" charset="-122"/>
              </a:rPr>
              <a:t> </a:t>
            </a:r>
            <a:r>
              <a:rPr lang="zh-CN" altLang="en-US" sz="2800" b="1" dirty="0">
                <a:latin typeface="宋体" pitchFamily="2" charset="-122"/>
              </a:rPr>
              <a:t>长度修饰符，指明输入的是</a:t>
            </a:r>
            <a:r>
              <a:rPr lang="en-US" altLang="zh-CN" sz="2800" b="1" dirty="0">
                <a:latin typeface="宋体" pitchFamily="2" charset="-122"/>
              </a:rPr>
              <a:t>short </a:t>
            </a:r>
            <a:r>
              <a:rPr lang="en-US" altLang="zh-CN" sz="2800" b="1" dirty="0" err="1">
                <a:latin typeface="宋体" pitchFamily="2" charset="-122"/>
              </a:rPr>
              <a:t>int</a:t>
            </a:r>
            <a:r>
              <a:rPr lang="zh-CN" altLang="en-US" sz="2800" b="1" dirty="0">
                <a:latin typeface="宋体" pitchFamily="2" charset="-122"/>
              </a:rPr>
              <a:t>、</a:t>
            </a:r>
            <a:r>
              <a:rPr lang="en-US" altLang="zh-CN" sz="2800" b="1" dirty="0">
                <a:latin typeface="宋体" pitchFamily="2" charset="-122"/>
              </a:rPr>
              <a:t>long </a:t>
            </a:r>
            <a:r>
              <a:rPr lang="en-US" altLang="zh-CN" sz="2800" b="1" dirty="0" err="1">
                <a:latin typeface="宋体" pitchFamily="2" charset="-122"/>
              </a:rPr>
              <a:t>int</a:t>
            </a:r>
            <a:r>
              <a:rPr lang="en-US" altLang="zh-CN" sz="2800" b="1" dirty="0">
                <a:latin typeface="宋体" pitchFamily="2" charset="-122"/>
              </a:rPr>
              <a:t> </a:t>
            </a:r>
            <a:r>
              <a:rPr lang="zh-CN" altLang="en-US" sz="2800" b="1" dirty="0">
                <a:latin typeface="宋体" pitchFamily="2" charset="-122"/>
              </a:rPr>
              <a:t>或 </a:t>
            </a:r>
            <a:r>
              <a:rPr lang="en-US" altLang="zh-CN" sz="2800" b="1" dirty="0">
                <a:latin typeface="宋体" pitchFamily="2" charset="-122"/>
              </a:rPr>
              <a:t>long double</a:t>
            </a:r>
            <a:r>
              <a:rPr lang="zh-CN" altLang="en-US" sz="2800" b="1" dirty="0">
                <a:latin typeface="宋体" pitchFamily="2" charset="-122"/>
              </a:rPr>
              <a:t>型。</a:t>
            </a:r>
          </a:p>
          <a:p>
            <a:pPr marL="536575" indent="-536575">
              <a:buFont typeface="Monotype Sorts" pitchFamily="2" charset="2"/>
              <a:buNone/>
            </a:pPr>
            <a:r>
              <a:rPr lang="zh-CN" altLang="en-US" sz="2800" b="1" dirty="0">
                <a:solidFill>
                  <a:srgbClr val="0000FF"/>
                </a:solidFill>
                <a:latin typeface="宋体" pitchFamily="2" charset="-122"/>
              </a:rPr>
              <a:t>例如：</a:t>
            </a:r>
            <a:r>
              <a:rPr lang="en-US" altLang="zh-CN" sz="2800" b="1" dirty="0" err="1">
                <a:latin typeface="宋体" pitchFamily="2" charset="-122"/>
              </a:rPr>
              <a:t>int</a:t>
            </a:r>
            <a:r>
              <a:rPr lang="en-US" altLang="zh-CN" sz="2800" b="1" dirty="0">
                <a:latin typeface="宋体" pitchFamily="2" charset="-122"/>
              </a:rPr>
              <a:t> </a:t>
            </a:r>
            <a:r>
              <a:rPr lang="en-US" altLang="zh-CN" sz="2800" b="1" dirty="0" err="1">
                <a:latin typeface="宋体" pitchFamily="2" charset="-122"/>
              </a:rPr>
              <a:t>i</a:t>
            </a:r>
            <a:r>
              <a:rPr lang="zh-CN" altLang="en-US" sz="2800" b="1" dirty="0">
                <a:latin typeface="宋体" pitchFamily="2" charset="-122"/>
              </a:rPr>
              <a:t>，</a:t>
            </a:r>
            <a:r>
              <a:rPr lang="en-US" altLang="zh-CN" sz="2800" b="1" dirty="0">
                <a:latin typeface="宋体" pitchFamily="2" charset="-122"/>
              </a:rPr>
              <a:t>j</a:t>
            </a:r>
            <a:r>
              <a:rPr lang="zh-CN" altLang="en-US" sz="2800" b="1" dirty="0">
                <a:latin typeface="宋体" pitchFamily="2" charset="-122"/>
              </a:rPr>
              <a:t>，</a:t>
            </a:r>
            <a:r>
              <a:rPr lang="en-US" altLang="zh-CN" sz="2800" b="1" dirty="0">
                <a:latin typeface="宋体" pitchFamily="2" charset="-122"/>
              </a:rPr>
              <a:t>k ;</a:t>
            </a:r>
          </a:p>
          <a:p>
            <a:pPr marL="536575" indent="-536575">
              <a:buFont typeface="Monotype Sorts" pitchFamily="2" charset="2"/>
              <a:buNone/>
            </a:pPr>
            <a:r>
              <a:rPr lang="en-US" altLang="zh-CN" sz="2800" b="1" dirty="0">
                <a:latin typeface="宋体" pitchFamily="2" charset="-122"/>
              </a:rPr>
              <a:t>     </a:t>
            </a:r>
            <a:r>
              <a:rPr lang="en-US" altLang="zh-CN" sz="2800" b="1" dirty="0" err="1">
                <a:latin typeface="宋体" pitchFamily="2" charset="-122"/>
              </a:rPr>
              <a:t>scanf</a:t>
            </a:r>
            <a:r>
              <a:rPr lang="en-US" altLang="zh-CN" sz="2800" b="1" dirty="0">
                <a:latin typeface="宋体" pitchFamily="2" charset="-122"/>
              </a:rPr>
              <a:t>(</a:t>
            </a:r>
            <a:r>
              <a:rPr lang="en-US" altLang="zh-CN" sz="2800" b="1" dirty="0">
                <a:latin typeface="Courier New"/>
              </a:rPr>
              <a:t>”</a:t>
            </a:r>
            <a:r>
              <a:rPr lang="en-US" altLang="zh-CN" sz="2800" b="1" dirty="0">
                <a:latin typeface="宋体" pitchFamily="2" charset="-122"/>
              </a:rPr>
              <a:t>%</a:t>
            </a:r>
            <a:r>
              <a:rPr lang="en-US" altLang="zh-CN" sz="2800" b="1" dirty="0" err="1">
                <a:latin typeface="宋体" pitchFamily="2" charset="-122"/>
              </a:rPr>
              <a:t>d%d%d</a:t>
            </a:r>
            <a:r>
              <a:rPr lang="en-US" altLang="zh-CN" sz="2800" b="1" dirty="0">
                <a:latin typeface="Courier New"/>
              </a:rPr>
              <a:t>”</a:t>
            </a:r>
            <a:r>
              <a:rPr lang="en-US" altLang="zh-CN" sz="2800" b="1" dirty="0">
                <a:latin typeface="宋体" pitchFamily="2" charset="-122"/>
              </a:rPr>
              <a:t>, &amp;</a:t>
            </a:r>
            <a:r>
              <a:rPr lang="en-US" altLang="zh-CN" sz="2800" b="1" dirty="0" err="1">
                <a:latin typeface="宋体" pitchFamily="2" charset="-122"/>
              </a:rPr>
              <a:t>i</a:t>
            </a:r>
            <a:r>
              <a:rPr lang="en-US" altLang="zh-CN" sz="2800" b="1" dirty="0">
                <a:latin typeface="宋体" pitchFamily="2" charset="-122"/>
              </a:rPr>
              <a:t>, &amp;j, &amp;k);</a:t>
            </a:r>
            <a:br>
              <a:rPr lang="en-US" altLang="zh-CN" sz="2800" b="1" dirty="0">
                <a:latin typeface="宋体" pitchFamily="2" charset="-122"/>
              </a:rPr>
            </a:br>
            <a:r>
              <a:rPr lang="en-US" altLang="zh-CN" sz="2800" b="1" dirty="0">
                <a:latin typeface="宋体" pitchFamily="2" charset="-122"/>
              </a:rPr>
              <a:t>    </a:t>
            </a:r>
            <a:r>
              <a:rPr lang="zh-CN" altLang="en-US" sz="2800" b="1" dirty="0">
                <a:latin typeface="宋体" pitchFamily="2" charset="-122"/>
              </a:rPr>
              <a:t>为变量 </a:t>
            </a:r>
            <a:r>
              <a:rPr lang="en-US" altLang="zh-CN" sz="2800" b="1" dirty="0" err="1">
                <a:latin typeface="宋体" pitchFamily="2" charset="-122"/>
              </a:rPr>
              <a:t>i</a:t>
            </a:r>
            <a:r>
              <a:rPr lang="zh-CN" altLang="en-US" sz="2800" b="1" dirty="0">
                <a:latin typeface="宋体" pitchFamily="2" charset="-122"/>
              </a:rPr>
              <a:t>，</a:t>
            </a:r>
            <a:r>
              <a:rPr lang="en-US" altLang="zh-CN" sz="2800" b="1" dirty="0">
                <a:latin typeface="宋体" pitchFamily="2" charset="-122"/>
              </a:rPr>
              <a:t>j</a:t>
            </a:r>
            <a:r>
              <a:rPr lang="zh-CN" altLang="en-US" sz="2800" b="1" dirty="0">
                <a:latin typeface="宋体" pitchFamily="2" charset="-122"/>
              </a:rPr>
              <a:t>，</a:t>
            </a:r>
            <a:r>
              <a:rPr lang="en-US" altLang="zh-CN" sz="2800" b="1" dirty="0">
                <a:latin typeface="宋体" pitchFamily="2" charset="-122"/>
              </a:rPr>
              <a:t>k </a:t>
            </a:r>
            <a:r>
              <a:rPr lang="zh-CN" altLang="en-US" sz="2800" b="1" dirty="0">
                <a:latin typeface="宋体" pitchFamily="2" charset="-122"/>
              </a:rPr>
              <a:t>输入数据。其中 </a:t>
            </a:r>
            <a:r>
              <a:rPr lang="en-US" altLang="zh-CN" sz="2800" b="1" dirty="0">
                <a:latin typeface="宋体" pitchFamily="2" charset="-122"/>
              </a:rPr>
              <a:t>&amp;</a:t>
            </a:r>
            <a:r>
              <a:rPr lang="en-US" altLang="zh-CN" sz="2800" b="1" dirty="0" err="1">
                <a:latin typeface="宋体" pitchFamily="2" charset="-122"/>
              </a:rPr>
              <a:t>i</a:t>
            </a:r>
            <a:r>
              <a:rPr lang="zh-CN" altLang="en-US" sz="2800" b="1" dirty="0">
                <a:latin typeface="宋体" pitchFamily="2" charset="-122"/>
              </a:rPr>
              <a:t>，</a:t>
            </a:r>
            <a:r>
              <a:rPr lang="en-US" altLang="zh-CN" sz="2800" b="1" dirty="0">
                <a:latin typeface="宋体" pitchFamily="2" charset="-122"/>
              </a:rPr>
              <a:t>&amp;j</a:t>
            </a:r>
            <a:r>
              <a:rPr lang="zh-CN" altLang="en-US" sz="2800" b="1" dirty="0">
                <a:latin typeface="宋体" pitchFamily="2" charset="-122"/>
              </a:rPr>
              <a:t>，</a:t>
            </a:r>
            <a:r>
              <a:rPr lang="en-US" altLang="zh-CN" sz="2800" b="1" dirty="0">
                <a:latin typeface="宋体" pitchFamily="2" charset="-122"/>
              </a:rPr>
              <a:t>&amp;k </a:t>
            </a:r>
            <a:r>
              <a:rPr lang="zh-CN" altLang="en-US" sz="2800" b="1" dirty="0">
                <a:latin typeface="宋体" pitchFamily="2" charset="-122"/>
              </a:rPr>
              <a:t>分别表示变量 </a:t>
            </a:r>
            <a:r>
              <a:rPr lang="en-US" altLang="zh-CN" sz="2800" b="1" dirty="0" err="1">
                <a:latin typeface="宋体" pitchFamily="2" charset="-122"/>
              </a:rPr>
              <a:t>i</a:t>
            </a:r>
            <a:r>
              <a:rPr lang="zh-CN" altLang="en-US" sz="2800" b="1" dirty="0">
                <a:latin typeface="宋体" pitchFamily="2" charset="-122"/>
              </a:rPr>
              <a:t>，</a:t>
            </a:r>
            <a:r>
              <a:rPr lang="en-US" altLang="zh-CN" sz="2800" b="1" dirty="0">
                <a:latin typeface="宋体" pitchFamily="2" charset="-122"/>
              </a:rPr>
              <a:t>j</a:t>
            </a:r>
            <a:r>
              <a:rPr lang="zh-CN" altLang="en-US" sz="2800" b="1" dirty="0">
                <a:latin typeface="宋体" pitchFamily="2" charset="-122"/>
              </a:rPr>
              <a:t>，</a:t>
            </a:r>
            <a:r>
              <a:rPr lang="en-US" altLang="zh-CN" sz="2800" b="1" dirty="0">
                <a:latin typeface="宋体" pitchFamily="2" charset="-122"/>
              </a:rPr>
              <a:t>k </a:t>
            </a:r>
            <a:r>
              <a:rPr lang="zh-CN" altLang="en-US" sz="2800" b="1" dirty="0">
                <a:latin typeface="宋体" pitchFamily="2" charset="-122"/>
              </a:rPr>
              <a:t>的存储地址。</a:t>
            </a:r>
            <a:endParaRPr lang="zh-CN" altLang="en-US" sz="2800" b="1" dirty="0">
              <a:solidFill>
                <a:srgbClr val="000099"/>
              </a:solidFill>
              <a:latin typeface="宋体" pitchFamily="2" charset="-122"/>
            </a:endParaRPr>
          </a:p>
        </p:txBody>
      </p:sp>
      <p:sp>
        <p:nvSpPr>
          <p:cNvPr id="6" name="灯片编号占位符 5"/>
          <p:cNvSpPr>
            <a:spLocks noGrp="1"/>
          </p:cNvSpPr>
          <p:nvPr>
            <p:ph type="sldNum" sz="quarter" idx="12"/>
          </p:nvPr>
        </p:nvSpPr>
        <p:spPr/>
        <p:txBody>
          <a:bodyPr/>
          <a:lstStyle/>
          <a:p>
            <a:fld id="{677600FE-ED11-4672-BBA8-373EA15781A8}" type="slidenum">
              <a:rPr lang="en-US" altLang="zh-CN"/>
              <a:pPr/>
              <a:t>43</a:t>
            </a:fld>
            <a:endParaRPr lang="en-US" altLang="zh-CN"/>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7666" name="Rectangle 2"/>
          <p:cNvSpPr>
            <a:spLocks noGrp="1" noChangeArrowheads="1"/>
          </p:cNvSpPr>
          <p:nvPr>
            <p:ph type="title"/>
          </p:nvPr>
        </p:nvSpPr>
        <p:spPr>
          <a:xfrm>
            <a:off x="304800" y="228600"/>
            <a:ext cx="8610600" cy="685800"/>
          </a:xfrm>
        </p:spPr>
        <p:txBody>
          <a:bodyPr/>
          <a:lstStyle/>
          <a:p>
            <a:pPr algn="ctr"/>
            <a:r>
              <a:rPr lang="zh-CN" altLang="en-US" sz="3600">
                <a:latin typeface="宋体" pitchFamily="2" charset="-122"/>
              </a:rPr>
              <a:t>输入格式符表</a:t>
            </a:r>
          </a:p>
        </p:txBody>
      </p:sp>
      <p:sp>
        <p:nvSpPr>
          <p:cNvPr id="497667" name="Rectangle 3"/>
          <p:cNvSpPr>
            <a:spLocks noGrp="1" noChangeArrowheads="1"/>
          </p:cNvSpPr>
          <p:nvPr>
            <p:ph idx="1"/>
          </p:nvPr>
        </p:nvSpPr>
        <p:spPr>
          <a:xfrm>
            <a:off x="304800" y="914400"/>
            <a:ext cx="8610600" cy="5715000"/>
          </a:xfrm>
        </p:spPr>
        <p:txBody>
          <a:bodyPr/>
          <a:lstStyle/>
          <a:p>
            <a:pPr algn="just">
              <a:lnSpc>
                <a:spcPct val="90000"/>
              </a:lnSpc>
              <a:buFont typeface="Monotype Sorts" pitchFamily="2" charset="2"/>
              <a:buNone/>
            </a:pPr>
            <a:r>
              <a:rPr lang="zh-CN" altLang="en-US" b="1" dirty="0">
                <a:solidFill>
                  <a:srgbClr val="0000FF"/>
                </a:solidFill>
                <a:effectLst>
                  <a:outerShdw blurRad="38100" dist="38100" dir="2700000" algn="tl">
                    <a:srgbClr val="000000"/>
                  </a:outerShdw>
                </a:effectLst>
                <a:latin typeface="宋体" pitchFamily="2" charset="-122"/>
              </a:rPr>
              <a:t>格式符	     意      义	</a:t>
            </a:r>
            <a:endParaRPr lang="zh-CN" altLang="en-US" b="1" dirty="0">
              <a:solidFill>
                <a:srgbClr val="0000FF"/>
              </a:solidFill>
              <a:effectLst>
                <a:outerShdw blurRad="38100" dist="38100" dir="2700000" algn="tl">
                  <a:srgbClr val="000000"/>
                </a:outerShdw>
              </a:effectLst>
              <a:latin typeface="Times New Roman" pitchFamily="18" charset="0"/>
            </a:endParaRPr>
          </a:p>
          <a:p>
            <a:pPr>
              <a:lnSpc>
                <a:spcPct val="90000"/>
              </a:lnSpc>
              <a:buFont typeface="Monotype Sorts" pitchFamily="2" charset="2"/>
              <a:buNone/>
            </a:pPr>
            <a:r>
              <a:rPr lang="zh-CN" altLang="en-US" b="1" dirty="0">
                <a:effectLst>
                  <a:outerShdw blurRad="38100" dist="38100" dir="2700000" algn="tl">
                    <a:srgbClr val="000000"/>
                  </a:outerShdw>
                </a:effectLst>
                <a:latin typeface="宋体" pitchFamily="2" charset="-122"/>
              </a:rPr>
              <a:t>  </a:t>
            </a:r>
            <a:r>
              <a:rPr lang="en-US" altLang="zh-CN" b="1" dirty="0">
                <a:effectLst>
                  <a:outerShdw blurRad="38100" dist="38100" dir="2700000" algn="tl">
                    <a:srgbClr val="000000"/>
                  </a:outerShdw>
                </a:effectLst>
                <a:latin typeface="宋体" pitchFamily="2" charset="-122"/>
              </a:rPr>
              <a:t>d		</a:t>
            </a:r>
            <a:r>
              <a:rPr lang="zh-CN" altLang="en-US" b="1" dirty="0">
                <a:effectLst>
                  <a:outerShdw blurRad="38100" dist="38100" dir="2700000" algn="tl">
                    <a:srgbClr val="000000"/>
                  </a:outerShdw>
                </a:effectLst>
                <a:latin typeface="宋体" pitchFamily="2" charset="-122"/>
              </a:rPr>
              <a:t>以十进制形式输入整型数据	</a:t>
            </a:r>
            <a:endParaRPr lang="zh-CN" altLang="en-US" b="1" dirty="0">
              <a:effectLst>
                <a:outerShdw blurRad="38100" dist="38100" dir="2700000" algn="tl">
                  <a:srgbClr val="000000"/>
                </a:outerShdw>
              </a:effectLst>
              <a:latin typeface="Times New Roman" pitchFamily="18" charset="0"/>
            </a:endParaRPr>
          </a:p>
          <a:p>
            <a:pPr algn="just">
              <a:lnSpc>
                <a:spcPct val="90000"/>
              </a:lnSpc>
              <a:buFont typeface="Monotype Sorts" pitchFamily="2" charset="2"/>
              <a:buNone/>
            </a:pPr>
            <a:r>
              <a:rPr lang="zh-CN" altLang="en-US" b="1" dirty="0">
                <a:effectLst>
                  <a:outerShdw blurRad="38100" dist="38100" dir="2700000" algn="tl">
                    <a:srgbClr val="000000"/>
                  </a:outerShdw>
                </a:effectLst>
                <a:latin typeface="宋体" pitchFamily="2" charset="-122"/>
              </a:rPr>
              <a:t>  </a:t>
            </a:r>
            <a:r>
              <a:rPr lang="en-US" altLang="zh-CN" b="1" dirty="0">
                <a:effectLst>
                  <a:outerShdw blurRad="38100" dist="38100" dir="2700000" algn="tl">
                    <a:srgbClr val="000000"/>
                  </a:outerShdw>
                </a:effectLst>
                <a:latin typeface="宋体" pitchFamily="2" charset="-122"/>
              </a:rPr>
              <a:t>o		</a:t>
            </a:r>
            <a:r>
              <a:rPr lang="zh-CN" altLang="en-US" b="1" dirty="0">
                <a:effectLst>
                  <a:outerShdw blurRad="38100" dist="38100" dir="2700000" algn="tl">
                    <a:srgbClr val="000000"/>
                  </a:outerShdw>
                </a:effectLst>
                <a:latin typeface="宋体" pitchFamily="2" charset="-122"/>
              </a:rPr>
              <a:t>以八进制形式输入整型数据	</a:t>
            </a:r>
            <a:endParaRPr lang="zh-CN" altLang="en-US" b="1" dirty="0">
              <a:effectLst>
                <a:outerShdw blurRad="38100" dist="38100" dir="2700000" algn="tl">
                  <a:srgbClr val="000000"/>
                </a:outerShdw>
              </a:effectLst>
              <a:latin typeface="Times New Roman" pitchFamily="18" charset="0"/>
            </a:endParaRPr>
          </a:p>
          <a:p>
            <a:pPr>
              <a:lnSpc>
                <a:spcPct val="90000"/>
              </a:lnSpc>
              <a:buFont typeface="Monotype Sorts" pitchFamily="2" charset="2"/>
              <a:buNone/>
            </a:pPr>
            <a:r>
              <a:rPr lang="zh-CN" altLang="en-US" b="1" dirty="0">
                <a:effectLst>
                  <a:outerShdw blurRad="38100" dist="38100" dir="2700000" algn="tl">
                    <a:srgbClr val="000000"/>
                  </a:outerShdw>
                </a:effectLst>
                <a:latin typeface="宋体" pitchFamily="2" charset="-122"/>
              </a:rPr>
              <a:t>  </a:t>
            </a:r>
            <a:r>
              <a:rPr lang="en-US" altLang="zh-CN" b="1" dirty="0">
                <a:effectLst>
                  <a:outerShdw blurRad="38100" dist="38100" dir="2700000" algn="tl">
                    <a:srgbClr val="000000"/>
                  </a:outerShdw>
                </a:effectLst>
                <a:latin typeface="宋体" pitchFamily="2" charset="-122"/>
              </a:rPr>
              <a:t>x		</a:t>
            </a:r>
            <a:r>
              <a:rPr lang="zh-CN" altLang="en-US" b="1" dirty="0">
                <a:effectLst>
                  <a:outerShdw blurRad="38100" dist="38100" dir="2700000" algn="tl">
                    <a:srgbClr val="000000"/>
                  </a:outerShdw>
                </a:effectLst>
                <a:latin typeface="宋体" pitchFamily="2" charset="-122"/>
              </a:rPr>
              <a:t>以十六进制形式输入整型数据	</a:t>
            </a:r>
            <a:endParaRPr lang="zh-CN" altLang="en-US" b="1" dirty="0">
              <a:effectLst>
                <a:outerShdw blurRad="38100" dist="38100" dir="2700000" algn="tl">
                  <a:srgbClr val="000000"/>
                </a:outerShdw>
              </a:effectLst>
              <a:latin typeface="Times New Roman" pitchFamily="18" charset="0"/>
            </a:endParaRPr>
          </a:p>
          <a:p>
            <a:pPr>
              <a:lnSpc>
                <a:spcPct val="90000"/>
              </a:lnSpc>
              <a:buFont typeface="Monotype Sorts" pitchFamily="2" charset="2"/>
              <a:buNone/>
            </a:pPr>
            <a:r>
              <a:rPr lang="zh-CN" altLang="en-US" b="1" dirty="0">
                <a:effectLst>
                  <a:outerShdw blurRad="38100" dist="38100" dir="2700000" algn="tl">
                    <a:srgbClr val="000000"/>
                  </a:outerShdw>
                </a:effectLst>
                <a:latin typeface="宋体" pitchFamily="2" charset="-122"/>
              </a:rPr>
              <a:t>  </a:t>
            </a:r>
            <a:r>
              <a:rPr lang="en-US" altLang="zh-CN" b="1" dirty="0">
                <a:effectLst>
                  <a:outerShdw blurRad="38100" dist="38100" dir="2700000" algn="tl">
                    <a:srgbClr val="000000"/>
                  </a:outerShdw>
                </a:effectLst>
                <a:latin typeface="宋体" pitchFamily="2" charset="-122"/>
              </a:rPr>
              <a:t>u		</a:t>
            </a:r>
            <a:r>
              <a:rPr lang="zh-CN" altLang="en-US" b="1" dirty="0">
                <a:effectLst>
                  <a:outerShdw blurRad="38100" dist="38100" dir="2700000" algn="tl">
                    <a:srgbClr val="000000"/>
                  </a:outerShdw>
                </a:effectLst>
                <a:latin typeface="宋体" pitchFamily="2" charset="-122"/>
              </a:rPr>
              <a:t>输入无符号整型数据	</a:t>
            </a:r>
            <a:endParaRPr lang="zh-CN" altLang="en-US" b="1" dirty="0">
              <a:effectLst>
                <a:outerShdw blurRad="38100" dist="38100" dir="2700000" algn="tl">
                  <a:srgbClr val="000000"/>
                </a:outerShdw>
              </a:effectLst>
              <a:latin typeface="Times New Roman" pitchFamily="18" charset="0"/>
            </a:endParaRPr>
          </a:p>
          <a:p>
            <a:pPr>
              <a:lnSpc>
                <a:spcPct val="90000"/>
              </a:lnSpc>
              <a:buFont typeface="Monotype Sorts" pitchFamily="2" charset="2"/>
              <a:buNone/>
            </a:pPr>
            <a:r>
              <a:rPr lang="zh-CN" altLang="en-US" b="1" dirty="0">
                <a:effectLst>
                  <a:outerShdw blurRad="38100" dist="38100" dir="2700000" algn="tl">
                    <a:srgbClr val="000000"/>
                  </a:outerShdw>
                </a:effectLst>
                <a:latin typeface="宋体" pitchFamily="2" charset="-122"/>
              </a:rPr>
              <a:t>  </a:t>
            </a:r>
            <a:r>
              <a:rPr lang="en-US" altLang="zh-CN" b="1" dirty="0">
                <a:effectLst>
                  <a:outerShdw blurRad="38100" dist="38100" dir="2700000" algn="tl">
                    <a:srgbClr val="000000"/>
                  </a:outerShdw>
                </a:effectLst>
                <a:latin typeface="宋体" pitchFamily="2" charset="-122"/>
              </a:rPr>
              <a:t>c		</a:t>
            </a:r>
            <a:r>
              <a:rPr lang="zh-CN" altLang="en-US" b="1" dirty="0">
                <a:effectLst>
                  <a:outerShdw blurRad="38100" dist="38100" dir="2700000" algn="tl">
                    <a:srgbClr val="000000"/>
                  </a:outerShdw>
                </a:effectLst>
                <a:latin typeface="宋体" pitchFamily="2" charset="-122"/>
              </a:rPr>
              <a:t>输入字符数据	</a:t>
            </a:r>
            <a:endParaRPr lang="zh-CN" altLang="en-US" b="1" dirty="0">
              <a:effectLst>
                <a:outerShdw blurRad="38100" dist="38100" dir="2700000" algn="tl">
                  <a:srgbClr val="000000"/>
                </a:outerShdw>
              </a:effectLst>
              <a:latin typeface="Times New Roman" pitchFamily="18" charset="0"/>
            </a:endParaRPr>
          </a:p>
          <a:p>
            <a:pPr>
              <a:lnSpc>
                <a:spcPct val="90000"/>
              </a:lnSpc>
              <a:buFont typeface="Monotype Sorts" pitchFamily="2" charset="2"/>
              <a:buNone/>
            </a:pPr>
            <a:r>
              <a:rPr lang="zh-CN" altLang="en-US" b="1" dirty="0">
                <a:effectLst>
                  <a:outerShdw blurRad="38100" dist="38100" dir="2700000" algn="tl">
                    <a:srgbClr val="000000"/>
                  </a:outerShdw>
                </a:effectLst>
                <a:latin typeface="宋体" pitchFamily="2" charset="-122"/>
              </a:rPr>
              <a:t>  </a:t>
            </a:r>
            <a:r>
              <a:rPr lang="en-US" altLang="zh-CN" b="1" dirty="0">
                <a:effectLst>
                  <a:outerShdw blurRad="38100" dist="38100" dir="2700000" algn="tl">
                    <a:srgbClr val="000000"/>
                  </a:outerShdw>
                </a:effectLst>
                <a:latin typeface="宋体" pitchFamily="2" charset="-122"/>
              </a:rPr>
              <a:t>s		</a:t>
            </a:r>
            <a:r>
              <a:rPr lang="zh-CN" altLang="en-US" b="1" dirty="0">
                <a:effectLst>
                  <a:outerShdw blurRad="38100" dist="38100" dir="2700000" algn="tl">
                    <a:srgbClr val="000000"/>
                  </a:outerShdw>
                </a:effectLst>
                <a:latin typeface="宋体" pitchFamily="2" charset="-122"/>
              </a:rPr>
              <a:t>输入字符串	</a:t>
            </a:r>
            <a:endParaRPr lang="zh-CN" altLang="en-US" b="1" dirty="0">
              <a:effectLst>
                <a:outerShdw blurRad="38100" dist="38100" dir="2700000" algn="tl">
                  <a:srgbClr val="000000"/>
                </a:outerShdw>
              </a:effectLst>
              <a:latin typeface="Times New Roman" pitchFamily="18" charset="0"/>
            </a:endParaRPr>
          </a:p>
          <a:p>
            <a:pPr>
              <a:lnSpc>
                <a:spcPct val="90000"/>
              </a:lnSpc>
              <a:buFont typeface="Monotype Sorts" pitchFamily="2" charset="2"/>
              <a:buNone/>
            </a:pPr>
            <a:r>
              <a:rPr lang="zh-CN" altLang="en-US" b="1" dirty="0">
                <a:effectLst>
                  <a:outerShdw blurRad="38100" dist="38100" dir="2700000" algn="tl">
                    <a:srgbClr val="000000"/>
                  </a:outerShdw>
                </a:effectLst>
                <a:latin typeface="宋体" pitchFamily="2" charset="-122"/>
              </a:rPr>
              <a:t>  </a:t>
            </a:r>
            <a:r>
              <a:rPr lang="en-US" altLang="zh-CN" b="1" dirty="0">
                <a:effectLst>
                  <a:outerShdw blurRad="38100" dist="38100" dir="2700000" algn="tl">
                    <a:srgbClr val="000000"/>
                  </a:outerShdw>
                </a:effectLst>
                <a:latin typeface="宋体" pitchFamily="2" charset="-122"/>
              </a:rPr>
              <a:t>e</a:t>
            </a:r>
            <a:r>
              <a:rPr lang="zh-CN" altLang="en-US" b="1" dirty="0">
                <a:effectLst>
                  <a:outerShdw blurRad="38100" dist="38100" dir="2700000" algn="tl">
                    <a:srgbClr val="000000"/>
                  </a:outerShdw>
                </a:effectLst>
                <a:latin typeface="宋体" pitchFamily="2" charset="-122"/>
              </a:rPr>
              <a:t>、</a:t>
            </a:r>
            <a:r>
              <a:rPr lang="en-US" altLang="zh-CN" b="1" dirty="0">
                <a:effectLst>
                  <a:outerShdw blurRad="38100" dist="38100" dir="2700000" algn="tl">
                    <a:srgbClr val="000000"/>
                  </a:outerShdw>
                </a:effectLst>
                <a:latin typeface="宋体" pitchFamily="2" charset="-122"/>
              </a:rPr>
              <a:t>f	</a:t>
            </a:r>
            <a:r>
              <a:rPr lang="zh-CN" altLang="en-US" b="1" dirty="0">
                <a:effectLst>
                  <a:outerShdw blurRad="38100" dist="38100" dir="2700000" algn="tl">
                    <a:srgbClr val="000000"/>
                  </a:outerShdw>
                </a:effectLst>
                <a:latin typeface="宋体" pitchFamily="2" charset="-122"/>
              </a:rPr>
              <a:t>输入实型数据	</a:t>
            </a:r>
            <a:endParaRPr lang="zh-CN" altLang="en-US" b="1" dirty="0">
              <a:effectLst>
                <a:outerShdw blurRad="38100" dist="38100" dir="2700000" algn="tl">
                  <a:srgbClr val="000000"/>
                </a:outerShdw>
              </a:effectLst>
              <a:latin typeface="Times New Roman" pitchFamily="18" charset="0"/>
            </a:endParaRPr>
          </a:p>
          <a:p>
            <a:pPr>
              <a:lnSpc>
                <a:spcPct val="90000"/>
              </a:lnSpc>
              <a:buFont typeface="Monotype Sorts" pitchFamily="2" charset="2"/>
              <a:buNone/>
            </a:pPr>
            <a:r>
              <a:rPr lang="zh-CN" altLang="en-US" b="1" dirty="0">
                <a:effectLst>
                  <a:outerShdw blurRad="38100" dist="38100" dir="2700000" algn="tl">
                    <a:srgbClr val="000000"/>
                  </a:outerShdw>
                </a:effectLst>
                <a:latin typeface="宋体" pitchFamily="2" charset="-122"/>
              </a:rPr>
              <a:t>  </a:t>
            </a:r>
          </a:p>
        </p:txBody>
      </p:sp>
      <p:sp>
        <p:nvSpPr>
          <p:cNvPr id="6" name="灯片编号占位符 5"/>
          <p:cNvSpPr>
            <a:spLocks noGrp="1"/>
          </p:cNvSpPr>
          <p:nvPr>
            <p:ph type="sldNum" sz="quarter" idx="12"/>
          </p:nvPr>
        </p:nvSpPr>
        <p:spPr/>
        <p:txBody>
          <a:bodyPr/>
          <a:lstStyle/>
          <a:p>
            <a:fld id="{E0CAE47F-3F2B-4E5E-A5A0-F4C48E233FBE}" type="slidenum">
              <a:rPr lang="en-US" altLang="zh-CN"/>
              <a:pPr/>
              <a:t>44</a:t>
            </a:fld>
            <a:endParaRPr lang="en-US" altLang="zh-CN"/>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8690" name="Rectangle 2"/>
          <p:cNvSpPr>
            <a:spLocks noGrp="1" noChangeArrowheads="1"/>
          </p:cNvSpPr>
          <p:nvPr>
            <p:ph type="title"/>
          </p:nvPr>
        </p:nvSpPr>
        <p:spPr>
          <a:xfrm>
            <a:off x="304800" y="228600"/>
            <a:ext cx="8610600" cy="685800"/>
          </a:xfrm>
        </p:spPr>
        <p:txBody>
          <a:bodyPr/>
          <a:lstStyle/>
          <a:p>
            <a:r>
              <a:rPr lang="zh-CN" altLang="en-US" sz="3600">
                <a:solidFill>
                  <a:srgbClr val="0000FF"/>
                </a:solidFill>
                <a:latin typeface="宋体" pitchFamily="2" charset="-122"/>
              </a:rPr>
              <a:t>说明</a:t>
            </a:r>
          </a:p>
        </p:txBody>
      </p:sp>
      <p:sp>
        <p:nvSpPr>
          <p:cNvPr id="498691" name="Rectangle 3"/>
          <p:cNvSpPr>
            <a:spLocks noGrp="1" noChangeArrowheads="1"/>
          </p:cNvSpPr>
          <p:nvPr>
            <p:ph idx="1"/>
          </p:nvPr>
        </p:nvSpPr>
        <p:spPr>
          <a:xfrm>
            <a:off x="539750" y="1125538"/>
            <a:ext cx="8135938" cy="5183187"/>
          </a:xfrm>
        </p:spPr>
        <p:txBody>
          <a:bodyPr/>
          <a:lstStyle/>
          <a:p>
            <a:pPr marL="536575" indent="-536575" algn="just">
              <a:lnSpc>
                <a:spcPct val="90000"/>
              </a:lnSpc>
              <a:buFont typeface="Monotype Sorts" pitchFamily="2" charset="2"/>
              <a:buNone/>
            </a:pPr>
            <a:r>
              <a:rPr lang="en-US" altLang="zh-CN" b="1">
                <a:effectLst>
                  <a:outerShdw blurRad="38100" dist="38100" dir="2700000" algn="tl">
                    <a:srgbClr val="000000"/>
                  </a:outerShdw>
                </a:effectLst>
                <a:latin typeface="宋体" pitchFamily="2" charset="-122"/>
              </a:rPr>
              <a:t>1. </a:t>
            </a:r>
            <a:r>
              <a:rPr lang="zh-CN" altLang="en-US" b="1">
                <a:effectLst>
                  <a:outerShdw blurRad="38100" dist="38100" dir="2700000" algn="tl">
                    <a:srgbClr val="000000"/>
                  </a:outerShdw>
                </a:effectLst>
                <a:latin typeface="宋体" pitchFamily="2" charset="-122"/>
              </a:rPr>
              <a:t>格式控制字符串之后给出的是变量地址，而不是变量名</a:t>
            </a:r>
            <a:r>
              <a:rPr lang="en-US" altLang="zh-CN" b="1">
                <a:effectLst>
                  <a:outerShdw blurRad="38100" dist="38100" dir="2700000" algn="tl">
                    <a:srgbClr val="000000"/>
                  </a:outerShdw>
                </a:effectLst>
                <a:latin typeface="宋体" pitchFamily="2" charset="-122"/>
              </a:rPr>
              <a:t>(</a:t>
            </a:r>
            <a:r>
              <a:rPr lang="zh-CN" altLang="en-US" b="1">
                <a:effectLst>
                  <a:outerShdw blurRad="38100" dist="38100" dir="2700000" algn="tl">
                    <a:srgbClr val="000000"/>
                  </a:outerShdw>
                </a:effectLst>
                <a:latin typeface="宋体" pitchFamily="2" charset="-122"/>
              </a:rPr>
              <a:t>除非是指针</a:t>
            </a:r>
            <a:r>
              <a:rPr lang="en-US" altLang="zh-CN" b="1">
                <a:effectLst>
                  <a:outerShdw blurRad="38100" dist="38100" dir="2700000" algn="tl">
                    <a:srgbClr val="000000"/>
                  </a:outerShdw>
                </a:effectLst>
                <a:latin typeface="宋体" pitchFamily="2" charset="-122"/>
              </a:rPr>
              <a:t>)</a:t>
            </a:r>
            <a:r>
              <a:rPr lang="zh-CN" altLang="en-US" b="1">
                <a:effectLst>
                  <a:outerShdw blurRad="38100" dist="38100" dir="2700000" algn="tl">
                    <a:srgbClr val="000000"/>
                  </a:outerShdw>
                </a:effectLst>
                <a:latin typeface="宋体" pitchFamily="2" charset="-122"/>
              </a:rPr>
              <a:t>。</a:t>
            </a:r>
          </a:p>
          <a:p>
            <a:pPr marL="536575" indent="-536575" algn="just">
              <a:lnSpc>
                <a:spcPct val="90000"/>
              </a:lnSpc>
              <a:buFont typeface="Monotype Sorts" pitchFamily="2" charset="2"/>
              <a:buNone/>
            </a:pPr>
            <a:r>
              <a:rPr lang="zh-CN" altLang="en-US" b="1">
                <a:solidFill>
                  <a:srgbClr val="0000FF"/>
                </a:solidFill>
                <a:effectLst>
                  <a:outerShdw blurRad="38100" dist="38100" dir="2700000" algn="tl">
                    <a:srgbClr val="000000"/>
                  </a:outerShdw>
                </a:effectLst>
                <a:latin typeface="宋体" pitchFamily="2" charset="-122"/>
              </a:rPr>
              <a:t>例如：</a:t>
            </a:r>
            <a:r>
              <a:rPr lang="zh-CN" altLang="en-US" b="1">
                <a:effectLst>
                  <a:outerShdw blurRad="38100" dist="38100" dir="2700000" algn="tl">
                    <a:srgbClr val="000000"/>
                  </a:outerShdw>
                </a:effectLst>
                <a:latin typeface="宋体" pitchFamily="2" charset="-122"/>
              </a:rPr>
              <a:t>为整型变量 </a:t>
            </a:r>
            <a:r>
              <a:rPr lang="en-US" altLang="zh-CN" b="1">
                <a:effectLst>
                  <a:outerShdw blurRad="38100" dist="38100" dir="2700000" algn="tl">
                    <a:srgbClr val="000000"/>
                  </a:outerShdw>
                </a:effectLst>
                <a:latin typeface="宋体" pitchFamily="2" charset="-122"/>
              </a:rPr>
              <a:t>n </a:t>
            </a:r>
            <a:r>
              <a:rPr lang="zh-CN" altLang="en-US" b="1">
                <a:effectLst>
                  <a:outerShdw blurRad="38100" dist="38100" dir="2700000" algn="tl">
                    <a:srgbClr val="000000"/>
                  </a:outerShdw>
                </a:effectLst>
                <a:latin typeface="宋体" pitchFamily="2" charset="-122"/>
              </a:rPr>
              <a:t>输入数据</a:t>
            </a:r>
          </a:p>
          <a:p>
            <a:pPr marL="536575" indent="-536575" algn="just">
              <a:lnSpc>
                <a:spcPct val="90000"/>
              </a:lnSpc>
              <a:buFont typeface="Monotype Sorts" pitchFamily="2" charset="2"/>
              <a:buNone/>
            </a:pPr>
            <a:r>
              <a:rPr lang="zh-CN" altLang="en-US" b="1">
                <a:solidFill>
                  <a:srgbClr val="0000FF"/>
                </a:solidFill>
                <a:effectLst>
                  <a:outerShdw blurRad="38100" dist="38100" dir="2700000" algn="tl">
                    <a:srgbClr val="000000"/>
                  </a:outerShdw>
                </a:effectLst>
                <a:latin typeface="宋体" pitchFamily="2" charset="-122"/>
              </a:rPr>
              <a:t>写成</a:t>
            </a:r>
            <a:r>
              <a:rPr lang="en-US" altLang="zh-CN" b="1">
                <a:solidFill>
                  <a:srgbClr val="0000FF"/>
                </a:solidFill>
                <a:effectLst>
                  <a:outerShdw blurRad="38100" dist="38100" dir="2700000" algn="tl">
                    <a:srgbClr val="000000"/>
                  </a:outerShdw>
                </a:effectLst>
                <a:latin typeface="宋体" pitchFamily="2" charset="-122"/>
              </a:rPr>
              <a:t>:   </a:t>
            </a:r>
            <a:r>
              <a:rPr lang="en-US" altLang="zh-CN" b="1">
                <a:effectLst>
                  <a:outerShdw blurRad="38100" dist="38100" dir="2700000" algn="tl">
                    <a:srgbClr val="000000"/>
                  </a:outerShdw>
                </a:effectLst>
                <a:latin typeface="宋体" pitchFamily="2" charset="-122"/>
              </a:rPr>
              <a:t>scanf("%d", n) </a:t>
            </a:r>
            <a:r>
              <a:rPr lang="zh-CN" altLang="en-US" b="1">
                <a:effectLst>
                  <a:outerShdw blurRad="38100" dist="38100" dir="2700000" algn="tl">
                    <a:srgbClr val="000000"/>
                  </a:outerShdw>
                </a:effectLst>
                <a:latin typeface="宋体" pitchFamily="2" charset="-122"/>
              </a:rPr>
              <a:t>是不正确的</a:t>
            </a:r>
            <a:endParaRPr lang="zh-CN" altLang="en-US" b="1">
              <a:solidFill>
                <a:srgbClr val="0000FF"/>
              </a:solidFill>
              <a:effectLst>
                <a:outerShdw blurRad="38100" dist="38100" dir="2700000" algn="tl">
                  <a:srgbClr val="000000"/>
                </a:outerShdw>
              </a:effectLst>
              <a:latin typeface="宋体" pitchFamily="2" charset="-122"/>
            </a:endParaRPr>
          </a:p>
          <a:p>
            <a:pPr marL="536575" indent="-536575" algn="just">
              <a:lnSpc>
                <a:spcPct val="90000"/>
              </a:lnSpc>
              <a:buFont typeface="Monotype Sorts" pitchFamily="2" charset="2"/>
              <a:buNone/>
            </a:pPr>
            <a:r>
              <a:rPr lang="zh-CN" altLang="en-US" b="1">
                <a:solidFill>
                  <a:srgbClr val="0000FF"/>
                </a:solidFill>
                <a:effectLst>
                  <a:outerShdw blurRad="38100" dist="38100" dir="2700000" algn="tl">
                    <a:srgbClr val="000000"/>
                  </a:outerShdw>
                </a:effectLst>
                <a:latin typeface="宋体" pitchFamily="2" charset="-122"/>
              </a:rPr>
              <a:t>应写成</a:t>
            </a:r>
            <a:r>
              <a:rPr lang="en-US" altLang="zh-CN" b="1">
                <a:solidFill>
                  <a:srgbClr val="0000FF"/>
                </a:solidFill>
                <a:effectLst>
                  <a:outerShdw blurRad="38100" dist="38100" dir="2700000" algn="tl">
                    <a:srgbClr val="000000"/>
                  </a:outerShdw>
                </a:effectLst>
                <a:latin typeface="宋体" pitchFamily="2" charset="-122"/>
              </a:rPr>
              <a:t>: </a:t>
            </a:r>
            <a:r>
              <a:rPr lang="en-US" altLang="zh-CN" b="1">
                <a:effectLst>
                  <a:outerShdw blurRad="38100" dist="38100" dir="2700000" algn="tl">
                    <a:srgbClr val="000000"/>
                  </a:outerShdw>
                </a:effectLst>
                <a:latin typeface="宋体" pitchFamily="2" charset="-122"/>
              </a:rPr>
              <a:t>scanf("%d", &amp;n)</a:t>
            </a:r>
          </a:p>
          <a:p>
            <a:pPr marL="536575" indent="-536575" algn="just">
              <a:lnSpc>
                <a:spcPct val="90000"/>
              </a:lnSpc>
              <a:buFont typeface="Monotype Sorts" pitchFamily="2" charset="2"/>
              <a:buNone/>
            </a:pPr>
            <a:endParaRPr lang="en-US" altLang="zh-CN" b="1">
              <a:effectLst>
                <a:outerShdw blurRad="38100" dist="38100" dir="2700000" algn="tl">
                  <a:srgbClr val="000000"/>
                </a:outerShdw>
              </a:effectLst>
              <a:latin typeface="宋体" pitchFamily="2" charset="-122"/>
            </a:endParaRPr>
          </a:p>
          <a:p>
            <a:pPr marL="536575" indent="-536575" algn="just">
              <a:lnSpc>
                <a:spcPct val="90000"/>
              </a:lnSpc>
              <a:buFont typeface="Monotype Sorts" pitchFamily="2" charset="2"/>
              <a:buNone/>
            </a:pPr>
            <a:r>
              <a:rPr lang="en-US" altLang="zh-CN" b="1">
                <a:effectLst>
                  <a:outerShdw blurRad="38100" dist="38100" dir="2700000" algn="tl">
                    <a:srgbClr val="000000"/>
                  </a:outerShdw>
                </a:effectLst>
                <a:latin typeface="宋体" pitchFamily="2" charset="-122"/>
              </a:rPr>
              <a:t>2. </a:t>
            </a:r>
            <a:r>
              <a:rPr lang="zh-CN" altLang="en-US" b="1">
                <a:effectLst>
                  <a:outerShdw blurRad="38100" dist="38100" dir="2700000" algn="tl">
                    <a:srgbClr val="000000"/>
                  </a:outerShdw>
                </a:effectLst>
                <a:latin typeface="宋体" pitchFamily="2" charset="-122"/>
              </a:rPr>
              <a:t>在格式控制字符串中，如果有普通字符，则在输入数据时应输入与这些字符相同的字符。</a:t>
            </a:r>
          </a:p>
          <a:p>
            <a:pPr marL="536575" indent="-536575">
              <a:lnSpc>
                <a:spcPct val="90000"/>
              </a:lnSpc>
              <a:buFont typeface="Monotype Sorts" pitchFamily="2" charset="2"/>
              <a:buNone/>
            </a:pPr>
            <a:r>
              <a:rPr lang="zh-CN" altLang="en-US" b="1">
                <a:solidFill>
                  <a:srgbClr val="0000FF"/>
                </a:solidFill>
                <a:effectLst>
                  <a:outerShdw blurRad="38100" dist="38100" dir="2700000" algn="tl">
                    <a:srgbClr val="000000"/>
                  </a:outerShdw>
                </a:effectLst>
                <a:latin typeface="宋体" pitchFamily="2" charset="-122"/>
              </a:rPr>
              <a:t>例如：    </a:t>
            </a:r>
            <a:r>
              <a:rPr lang="en-US" altLang="zh-CN" b="1">
                <a:effectLst>
                  <a:outerShdw blurRad="38100" dist="38100" dir="2700000" algn="tl">
                    <a:srgbClr val="000000"/>
                  </a:outerShdw>
                </a:effectLst>
                <a:latin typeface="宋体" pitchFamily="2" charset="-122"/>
              </a:rPr>
              <a:t>scanf("%d,%d", &amp;i, &amp;j)</a:t>
            </a:r>
          </a:p>
          <a:p>
            <a:pPr marL="536575" indent="-536575">
              <a:lnSpc>
                <a:spcPct val="90000"/>
              </a:lnSpc>
              <a:buFont typeface="Monotype Sorts" pitchFamily="2" charset="2"/>
              <a:buNone/>
            </a:pPr>
            <a:r>
              <a:rPr lang="zh-CN" altLang="en-US" b="1">
                <a:solidFill>
                  <a:srgbClr val="0000FF"/>
                </a:solidFill>
                <a:effectLst>
                  <a:outerShdw blurRad="38100" dist="38100" dir="2700000" algn="tl">
                    <a:srgbClr val="000000"/>
                  </a:outerShdw>
                </a:effectLst>
                <a:latin typeface="宋体" pitchFamily="2" charset="-122"/>
              </a:rPr>
              <a:t>正确输入：</a:t>
            </a:r>
            <a:r>
              <a:rPr lang="zh-CN" altLang="en-US" b="1">
                <a:effectLst>
                  <a:outerShdw blurRad="38100" dist="38100" dir="2700000" algn="tl">
                    <a:srgbClr val="000000"/>
                  </a:outerShdw>
                </a:effectLst>
                <a:latin typeface="宋体" pitchFamily="2" charset="-122"/>
              </a:rPr>
              <a:t>  </a:t>
            </a:r>
            <a:r>
              <a:rPr lang="en-US" altLang="zh-CN" b="1">
                <a:effectLst>
                  <a:outerShdw blurRad="38100" dist="38100" dir="2700000" algn="tl">
                    <a:srgbClr val="000000"/>
                  </a:outerShdw>
                </a:effectLst>
                <a:latin typeface="宋体" pitchFamily="2" charset="-122"/>
              </a:rPr>
              <a:t>1</a:t>
            </a:r>
            <a:r>
              <a:rPr lang="zh-CN" altLang="en-US" b="1">
                <a:effectLst>
                  <a:outerShdw blurRad="38100" dist="38100" dir="2700000" algn="tl">
                    <a:srgbClr val="000000"/>
                  </a:outerShdw>
                </a:effectLst>
                <a:latin typeface="宋体" pitchFamily="2" charset="-122"/>
              </a:rPr>
              <a:t>，</a:t>
            </a:r>
            <a:r>
              <a:rPr lang="en-US" altLang="zh-CN" b="1">
                <a:effectLst>
                  <a:outerShdw blurRad="38100" dist="38100" dir="2700000" algn="tl">
                    <a:srgbClr val="000000"/>
                  </a:outerShdw>
                </a:effectLst>
                <a:latin typeface="宋体" pitchFamily="2" charset="-122"/>
              </a:rPr>
              <a:t>2</a:t>
            </a:r>
          </a:p>
          <a:p>
            <a:pPr marL="536575" indent="-536575">
              <a:lnSpc>
                <a:spcPct val="90000"/>
              </a:lnSpc>
              <a:buFont typeface="Monotype Sorts" pitchFamily="2" charset="2"/>
              <a:buNone/>
            </a:pPr>
            <a:r>
              <a:rPr lang="zh-CN" altLang="en-US" b="1">
                <a:solidFill>
                  <a:srgbClr val="0000FF"/>
                </a:solidFill>
                <a:effectLst>
                  <a:outerShdw blurRad="38100" dist="38100" dir="2700000" algn="tl">
                    <a:srgbClr val="000000"/>
                  </a:outerShdw>
                </a:effectLst>
                <a:latin typeface="宋体" pitchFamily="2" charset="-122"/>
              </a:rPr>
              <a:t>错误输入：</a:t>
            </a:r>
            <a:r>
              <a:rPr lang="zh-CN" altLang="en-US" b="1">
                <a:effectLst>
                  <a:outerShdw blurRad="38100" dist="38100" dir="2700000" algn="tl">
                    <a:srgbClr val="000000"/>
                  </a:outerShdw>
                </a:effectLst>
                <a:latin typeface="宋体" pitchFamily="2" charset="-122"/>
              </a:rPr>
              <a:t>  </a:t>
            </a:r>
            <a:r>
              <a:rPr lang="en-US" altLang="zh-CN" b="1">
                <a:effectLst>
                  <a:outerShdw blurRad="38100" dist="38100" dir="2700000" algn="tl">
                    <a:srgbClr val="000000"/>
                  </a:outerShdw>
                </a:effectLst>
                <a:latin typeface="宋体" pitchFamily="2" charset="-122"/>
              </a:rPr>
              <a:t>1  2</a:t>
            </a:r>
          </a:p>
        </p:txBody>
      </p:sp>
      <p:sp>
        <p:nvSpPr>
          <p:cNvPr id="6" name="灯片编号占位符 5"/>
          <p:cNvSpPr>
            <a:spLocks noGrp="1"/>
          </p:cNvSpPr>
          <p:nvPr>
            <p:ph type="sldNum" sz="quarter" idx="12"/>
          </p:nvPr>
        </p:nvSpPr>
        <p:spPr/>
        <p:txBody>
          <a:bodyPr/>
          <a:lstStyle/>
          <a:p>
            <a:fld id="{18B424A4-D52E-4B80-A1E7-DA46A4BCC479}" type="slidenum">
              <a:rPr lang="en-US" altLang="zh-CN"/>
              <a:pPr/>
              <a:t>45</a:t>
            </a:fld>
            <a:endParaRPr lang="en-US" altLang="zh-CN"/>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9715" name="Rectangle 3"/>
          <p:cNvSpPr>
            <a:spLocks noGrp="1" noChangeArrowheads="1"/>
          </p:cNvSpPr>
          <p:nvPr>
            <p:ph idx="1"/>
          </p:nvPr>
        </p:nvSpPr>
        <p:spPr>
          <a:xfrm>
            <a:off x="304800" y="1052513"/>
            <a:ext cx="8443913" cy="5576887"/>
          </a:xfrm>
        </p:spPr>
        <p:txBody>
          <a:bodyPr/>
          <a:lstStyle/>
          <a:p>
            <a:pPr marL="536575" indent="-536575">
              <a:buFont typeface="Monotype Sorts" pitchFamily="2" charset="2"/>
              <a:buNone/>
            </a:pPr>
            <a:r>
              <a:rPr lang="en-US" altLang="zh-CN" b="1" dirty="0">
                <a:effectLst>
                  <a:outerShdw blurRad="38100" dist="38100" dir="2700000" algn="tl">
                    <a:srgbClr val="000000"/>
                  </a:outerShdw>
                </a:effectLst>
                <a:latin typeface="宋体" pitchFamily="2" charset="-122"/>
              </a:rPr>
              <a:t>3. </a:t>
            </a:r>
            <a:r>
              <a:rPr lang="zh-CN" altLang="en-US" b="1" dirty="0">
                <a:effectLst>
                  <a:outerShdw blurRad="38100" dist="38100" dir="2700000" algn="tl">
                    <a:srgbClr val="000000"/>
                  </a:outerShdw>
                </a:effectLst>
                <a:latin typeface="宋体" pitchFamily="2" charset="-122"/>
              </a:rPr>
              <a:t>在用</a:t>
            </a:r>
            <a:r>
              <a:rPr lang="en-US" altLang="zh-CN" b="1" dirty="0">
                <a:effectLst>
                  <a:outerShdw blurRad="38100" dist="38100" dir="2700000" algn="tl">
                    <a:srgbClr val="000000"/>
                  </a:outerShdw>
                </a:effectLst>
                <a:latin typeface="宋体" pitchFamily="2" charset="-122"/>
              </a:rPr>
              <a:t>“%c”</a:t>
            </a:r>
            <a:r>
              <a:rPr lang="zh-CN" altLang="en-US" b="1" dirty="0">
                <a:effectLst>
                  <a:outerShdw blurRad="38100" dist="38100" dir="2700000" algn="tl">
                    <a:srgbClr val="000000"/>
                  </a:outerShdw>
                </a:effectLst>
                <a:latin typeface="宋体" pitchFamily="2" charset="-122"/>
              </a:rPr>
              <a:t>格式输入字符时，</a:t>
            </a:r>
            <a:r>
              <a:rPr lang="zh-CN" altLang="en-US" b="1" dirty="0">
                <a:effectLst>
                  <a:outerShdw blurRad="38100" dist="38100" dir="2700000" algn="tl">
                    <a:srgbClr val="000000"/>
                  </a:outerShdw>
                </a:effectLst>
                <a:highlight>
                  <a:srgbClr val="FFFF00"/>
                </a:highlight>
                <a:latin typeface="宋体" pitchFamily="2" charset="-122"/>
              </a:rPr>
              <a:t>空白类字符和转义字符</a:t>
            </a:r>
            <a:r>
              <a:rPr lang="zh-CN" altLang="en-US" b="1" dirty="0">
                <a:effectLst>
                  <a:outerShdw blurRad="38100" dist="38100" dir="2700000" algn="tl">
                    <a:srgbClr val="000000"/>
                  </a:outerShdw>
                </a:effectLst>
                <a:latin typeface="宋体" pitchFamily="2" charset="-122"/>
              </a:rPr>
              <a:t>都作为有效字符输入。若要取输入的一串空白类字符之后的第一个非空白类字符，可采用格式 </a:t>
            </a:r>
            <a:br>
              <a:rPr lang="zh-CN" altLang="en-US" b="1" dirty="0">
                <a:effectLst>
                  <a:outerShdw blurRad="38100" dist="38100" dir="2700000" algn="tl">
                    <a:srgbClr val="000000"/>
                  </a:outerShdw>
                </a:effectLst>
                <a:latin typeface="宋体" pitchFamily="2" charset="-122"/>
              </a:rPr>
            </a:br>
            <a:r>
              <a:rPr lang="en-US" altLang="zh-CN" b="1" dirty="0">
                <a:effectLst>
                  <a:outerShdw blurRad="38100" dist="38100" dir="2700000" algn="tl">
                    <a:srgbClr val="000000"/>
                  </a:outerShdw>
                </a:effectLst>
                <a:latin typeface="宋体" pitchFamily="2" charset="-122"/>
              </a:rPr>
              <a:t>" %c"</a:t>
            </a:r>
            <a:r>
              <a:rPr lang="zh-CN" altLang="en-US" b="1" dirty="0">
                <a:effectLst>
                  <a:outerShdw blurRad="38100" dist="38100" dir="2700000" algn="tl">
                    <a:srgbClr val="000000"/>
                  </a:outerShdw>
                </a:effectLst>
                <a:latin typeface="宋体" pitchFamily="2" charset="-122"/>
              </a:rPr>
              <a:t>。</a:t>
            </a:r>
          </a:p>
          <a:p>
            <a:pPr marL="536575" indent="-536575">
              <a:buFont typeface="Monotype Sorts" pitchFamily="2" charset="2"/>
              <a:buNone/>
            </a:pPr>
            <a:r>
              <a:rPr lang="en-US" altLang="zh-CN" b="1" dirty="0">
                <a:effectLst>
                  <a:outerShdw blurRad="38100" dist="38100" dir="2700000" algn="tl">
                    <a:srgbClr val="000000"/>
                  </a:outerShdw>
                </a:effectLst>
                <a:latin typeface="宋体" pitchFamily="2" charset="-122"/>
              </a:rPr>
              <a:t>4. </a:t>
            </a:r>
            <a:r>
              <a:rPr lang="zh-CN" altLang="en-US" b="1" dirty="0">
                <a:effectLst>
                  <a:outerShdw blurRad="38100" dist="38100" dir="2700000" algn="tl">
                    <a:srgbClr val="000000"/>
                  </a:outerShdw>
                </a:effectLst>
                <a:latin typeface="宋体" pitchFamily="2" charset="-122"/>
              </a:rPr>
              <a:t>在输入数值数据和字符串时，遇以下情况，就认为该数据结束：</a:t>
            </a:r>
          </a:p>
          <a:p>
            <a:pPr marL="536575" indent="-536575">
              <a:buFont typeface="Monotype Sorts" pitchFamily="2" charset="2"/>
              <a:buNone/>
            </a:pPr>
            <a:r>
              <a:rPr lang="zh-CN" altLang="en-US" b="1" dirty="0">
                <a:solidFill>
                  <a:srgbClr val="0000FF"/>
                </a:solidFill>
                <a:effectLst>
                  <a:outerShdw blurRad="38100" dist="38100" dir="2700000" algn="tl">
                    <a:srgbClr val="000000"/>
                  </a:outerShdw>
                </a:effectLst>
                <a:latin typeface="宋体" pitchFamily="2" charset="-122"/>
              </a:rPr>
              <a:t>⑴ 遇空白类字符：</a:t>
            </a:r>
            <a:r>
              <a:rPr lang="zh-CN" altLang="en-US" b="1" dirty="0">
                <a:effectLst>
                  <a:outerShdw blurRad="38100" dist="38100" dir="2700000" algn="tl">
                    <a:srgbClr val="000000"/>
                  </a:outerShdw>
                </a:effectLst>
                <a:latin typeface="宋体" pitchFamily="2" charset="-122"/>
              </a:rPr>
              <a:t>空白符、制表符、换行符。</a:t>
            </a:r>
          </a:p>
          <a:p>
            <a:pPr marL="536575" indent="-536575">
              <a:buFont typeface="Monotype Sorts" pitchFamily="2" charset="2"/>
              <a:buNone/>
            </a:pPr>
            <a:r>
              <a:rPr lang="zh-CN" altLang="en-US" b="1" dirty="0">
                <a:solidFill>
                  <a:srgbClr val="0000FF"/>
                </a:solidFill>
                <a:effectLst>
                  <a:outerShdw blurRad="38100" dist="38100" dir="2700000" algn="tl">
                    <a:srgbClr val="000000"/>
                  </a:outerShdw>
                </a:effectLst>
                <a:latin typeface="宋体" pitchFamily="2" charset="-122"/>
              </a:rPr>
              <a:t>⑵ 已读入由宽度所指定的字符数：</a:t>
            </a:r>
            <a:r>
              <a:rPr lang="zh-CN" altLang="en-US" b="1" dirty="0">
                <a:effectLst>
                  <a:outerShdw blurRad="38100" dist="38100" dir="2700000" algn="tl">
                    <a:srgbClr val="000000"/>
                  </a:outerShdw>
                </a:effectLst>
                <a:latin typeface="宋体" pitchFamily="2" charset="-122"/>
              </a:rPr>
              <a:t>如 </a:t>
            </a:r>
            <a:r>
              <a:rPr lang="en-US" altLang="zh-CN" b="1" dirty="0">
                <a:effectLst>
                  <a:outerShdw blurRad="38100" dist="38100" dir="2700000" algn="tl">
                    <a:srgbClr val="000000"/>
                  </a:outerShdw>
                </a:effectLst>
                <a:latin typeface="宋体" pitchFamily="2" charset="-122"/>
              </a:rPr>
              <a:t>"%4d" </a:t>
            </a:r>
            <a:r>
              <a:rPr lang="zh-CN" altLang="en-US" b="1" dirty="0">
                <a:effectLst>
                  <a:outerShdw blurRad="38100" dist="38100" dir="2700000" algn="tl">
                    <a:srgbClr val="000000"/>
                  </a:outerShdw>
                </a:effectLst>
                <a:latin typeface="宋体" pitchFamily="2" charset="-122"/>
              </a:rPr>
              <a:t>多至 </a:t>
            </a:r>
            <a:r>
              <a:rPr lang="en-US" altLang="zh-CN" b="1" dirty="0">
                <a:effectLst>
                  <a:outerShdw blurRad="38100" dist="38100" dir="2700000" algn="tl">
                    <a:srgbClr val="000000"/>
                  </a:outerShdw>
                </a:effectLst>
                <a:latin typeface="宋体" pitchFamily="2" charset="-122"/>
              </a:rPr>
              <a:t>4 </a:t>
            </a:r>
            <a:r>
              <a:rPr lang="zh-CN" altLang="en-US" b="1" dirty="0">
                <a:effectLst>
                  <a:outerShdw blurRad="38100" dist="38100" dir="2700000" algn="tl">
                    <a:srgbClr val="000000"/>
                  </a:outerShdw>
                </a:effectLst>
                <a:latin typeface="宋体" pitchFamily="2" charset="-122"/>
              </a:rPr>
              <a:t>个数字符。</a:t>
            </a:r>
          </a:p>
          <a:p>
            <a:pPr marL="536575" indent="-536575">
              <a:buFont typeface="Monotype Sorts" pitchFamily="2" charset="2"/>
              <a:buNone/>
            </a:pPr>
            <a:r>
              <a:rPr lang="zh-CN" altLang="en-US" b="1" dirty="0">
                <a:solidFill>
                  <a:srgbClr val="0000FF"/>
                </a:solidFill>
                <a:effectLst>
                  <a:outerShdw blurRad="38100" dist="38100" dir="2700000" algn="tl">
                    <a:srgbClr val="000000"/>
                  </a:outerShdw>
                </a:effectLst>
                <a:latin typeface="宋体" pitchFamily="2" charset="-122"/>
              </a:rPr>
              <a:t>⑶ 对于输入数值数据，下一个字符不能构成正确的数据格式。</a:t>
            </a:r>
          </a:p>
        </p:txBody>
      </p:sp>
      <p:sp>
        <p:nvSpPr>
          <p:cNvPr id="5" name="灯片编号占位符 5"/>
          <p:cNvSpPr>
            <a:spLocks noGrp="1"/>
          </p:cNvSpPr>
          <p:nvPr>
            <p:ph type="sldNum" sz="quarter" idx="12"/>
          </p:nvPr>
        </p:nvSpPr>
        <p:spPr/>
        <p:txBody>
          <a:bodyPr/>
          <a:lstStyle/>
          <a:p>
            <a:fld id="{F0FCCA0B-2F82-4786-84F0-40051E0C5ABB}" type="slidenum">
              <a:rPr lang="en-US" altLang="zh-CN"/>
              <a:pPr/>
              <a:t>46</a:t>
            </a:fld>
            <a:endParaRPr lang="en-US" altLang="zh-CN"/>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8930" name="Rectangle 2"/>
          <p:cNvSpPr>
            <a:spLocks noGrp="1" noChangeArrowheads="1"/>
          </p:cNvSpPr>
          <p:nvPr>
            <p:ph type="body" sz="half" idx="1"/>
          </p:nvPr>
        </p:nvSpPr>
        <p:spPr>
          <a:xfrm>
            <a:off x="395288" y="692150"/>
            <a:ext cx="8280400" cy="5338763"/>
          </a:xfrm>
        </p:spPr>
        <p:txBody>
          <a:bodyPr/>
          <a:lstStyle/>
          <a:p>
            <a:pPr marL="536575" indent="-536575">
              <a:lnSpc>
                <a:spcPct val="80000"/>
              </a:lnSpc>
              <a:buFont typeface="Monotype Sorts" pitchFamily="2" charset="2"/>
              <a:buNone/>
            </a:pPr>
            <a:r>
              <a:rPr lang="en-US" altLang="zh-CN" sz="3000" b="1" dirty="0">
                <a:latin typeface="宋体" pitchFamily="2" charset="-122"/>
              </a:rPr>
              <a:t>5. </a:t>
            </a:r>
            <a:r>
              <a:rPr lang="en-US" altLang="zh-CN" sz="3000" b="1" dirty="0">
                <a:solidFill>
                  <a:srgbClr val="CC0000"/>
                </a:solidFill>
                <a:latin typeface="宋体" pitchFamily="2" charset="-122"/>
              </a:rPr>
              <a:t>s</a:t>
            </a:r>
            <a:r>
              <a:rPr lang="en-US" altLang="zh-CN" sz="3000" b="1" dirty="0">
                <a:latin typeface="宋体" pitchFamily="2" charset="-122"/>
              </a:rPr>
              <a:t> </a:t>
            </a:r>
            <a:r>
              <a:rPr lang="zh-CN" altLang="en-US" sz="3000" b="1" dirty="0">
                <a:latin typeface="宋体" pitchFamily="2" charset="-122"/>
              </a:rPr>
              <a:t>格式用来输入字符串，输入的字符序列之后自动添加字符串结束标志符</a:t>
            </a:r>
            <a:r>
              <a:rPr lang="en-US" altLang="zh-CN" sz="3000" b="1" dirty="0">
                <a:latin typeface="宋体" pitchFamily="2" charset="-122"/>
              </a:rPr>
              <a:t>\0</a:t>
            </a:r>
            <a:r>
              <a:rPr lang="zh-CN" altLang="en-US" sz="3000" b="1" dirty="0">
                <a:latin typeface="宋体" pitchFamily="2" charset="-122"/>
              </a:rPr>
              <a:t>（因此，存储输入字符序列的字符数组的长度必须比实际最长字符串的字符数多</a:t>
            </a:r>
            <a:r>
              <a:rPr lang="en-US" altLang="zh-CN" sz="3000" b="1" dirty="0">
                <a:latin typeface="宋体" pitchFamily="2" charset="-122"/>
              </a:rPr>
              <a:t>1</a:t>
            </a:r>
            <a:r>
              <a:rPr lang="zh-CN" altLang="en-US" sz="3000" b="1" dirty="0">
                <a:latin typeface="宋体" pitchFamily="2" charset="-122"/>
              </a:rPr>
              <a:t>）。</a:t>
            </a:r>
          </a:p>
          <a:p>
            <a:pPr marL="536575" indent="-536575">
              <a:lnSpc>
                <a:spcPct val="80000"/>
              </a:lnSpc>
              <a:buFont typeface="Monotype Sorts" pitchFamily="2" charset="2"/>
              <a:buNone/>
            </a:pPr>
            <a:r>
              <a:rPr lang="en-US" altLang="zh-CN" sz="3000" b="1" dirty="0">
                <a:latin typeface="宋体" pitchFamily="2" charset="-122"/>
              </a:rPr>
              <a:t>6. </a:t>
            </a:r>
            <a:r>
              <a:rPr lang="zh-CN" altLang="en-US" sz="3000" b="1" dirty="0">
                <a:latin typeface="宋体" pitchFamily="2" charset="-122"/>
              </a:rPr>
              <a:t>请注意</a:t>
            </a:r>
            <a:r>
              <a:rPr lang="en-US" altLang="zh-CN" sz="3000" b="1" dirty="0">
                <a:latin typeface="宋体" pitchFamily="2" charset="-122"/>
              </a:rPr>
              <a:t>c</a:t>
            </a:r>
            <a:r>
              <a:rPr lang="zh-CN" altLang="en-US" sz="3000" b="1" dirty="0">
                <a:latin typeface="宋体" pitchFamily="2" charset="-122"/>
              </a:rPr>
              <a:t>格式符和</a:t>
            </a:r>
            <a:r>
              <a:rPr lang="en-US" altLang="zh-CN" sz="3000" b="1" dirty="0">
                <a:latin typeface="宋体" pitchFamily="2" charset="-122"/>
              </a:rPr>
              <a:t>s</a:t>
            </a:r>
            <a:r>
              <a:rPr lang="zh-CN" altLang="en-US" sz="3000" b="1" dirty="0">
                <a:latin typeface="宋体" pitchFamily="2" charset="-122"/>
              </a:rPr>
              <a:t>格式符的区别。</a:t>
            </a:r>
          </a:p>
          <a:p>
            <a:pPr marL="536575" indent="-536575">
              <a:lnSpc>
                <a:spcPct val="80000"/>
              </a:lnSpc>
              <a:buFont typeface="Monotype Sorts" pitchFamily="2" charset="2"/>
              <a:buNone/>
            </a:pPr>
            <a:r>
              <a:rPr lang="zh-CN" altLang="en-US" sz="3000" b="1" dirty="0">
                <a:solidFill>
                  <a:srgbClr val="0000FF"/>
                </a:solidFill>
                <a:latin typeface="宋体" pitchFamily="2" charset="-122"/>
              </a:rPr>
              <a:t>例： </a:t>
            </a:r>
            <a:r>
              <a:rPr lang="en-US" altLang="zh-CN" sz="3000" b="1" dirty="0">
                <a:solidFill>
                  <a:srgbClr val="0000FF"/>
                </a:solidFill>
                <a:latin typeface="宋体" pitchFamily="2" charset="-122"/>
              </a:rPr>
              <a:t>char c[100], s[100];</a:t>
            </a:r>
          </a:p>
          <a:p>
            <a:pPr marL="536575" indent="-536575">
              <a:lnSpc>
                <a:spcPct val="80000"/>
              </a:lnSpc>
              <a:buFont typeface="Monotype Sorts" pitchFamily="2" charset="2"/>
              <a:buNone/>
            </a:pPr>
            <a:r>
              <a:rPr lang="en-US" altLang="zh-CN" sz="3000" b="1" dirty="0">
                <a:solidFill>
                  <a:srgbClr val="0000FF"/>
                </a:solidFill>
                <a:latin typeface="宋体" pitchFamily="2" charset="-122"/>
              </a:rPr>
              <a:t>     </a:t>
            </a:r>
            <a:r>
              <a:rPr lang="en-US" altLang="zh-CN" sz="3000" b="1" dirty="0" err="1">
                <a:latin typeface="宋体" pitchFamily="2" charset="-122"/>
              </a:rPr>
              <a:t>scanf</a:t>
            </a:r>
            <a:r>
              <a:rPr lang="en-US" altLang="zh-CN" sz="3000" b="1" dirty="0">
                <a:latin typeface="宋体" pitchFamily="2" charset="-122"/>
              </a:rPr>
              <a:t>("%4c", c); </a:t>
            </a:r>
            <a:r>
              <a:rPr lang="en-US" altLang="zh-CN" sz="3000" b="1" dirty="0">
                <a:solidFill>
                  <a:srgbClr val="CC0066"/>
                </a:solidFill>
                <a:latin typeface="宋体" pitchFamily="2" charset="-122"/>
              </a:rPr>
              <a:t>/* </a:t>
            </a:r>
            <a:r>
              <a:rPr lang="zh-CN" altLang="en-US" sz="3000" b="1" dirty="0">
                <a:solidFill>
                  <a:srgbClr val="CC0066"/>
                </a:solidFill>
                <a:latin typeface="宋体" pitchFamily="2" charset="-122"/>
              </a:rPr>
              <a:t>输入</a:t>
            </a:r>
            <a:r>
              <a:rPr lang="en-US" altLang="zh-CN" sz="3000" b="1" dirty="0">
                <a:solidFill>
                  <a:srgbClr val="CC0066"/>
                </a:solidFill>
                <a:latin typeface="宋体" pitchFamily="2" charset="-122"/>
              </a:rPr>
              <a:t>4</a:t>
            </a:r>
            <a:r>
              <a:rPr lang="zh-CN" altLang="en-US" sz="3000" b="1" dirty="0">
                <a:solidFill>
                  <a:srgbClr val="CC0066"/>
                </a:solidFill>
                <a:latin typeface="宋体" pitchFamily="2" charset="-122"/>
              </a:rPr>
              <a:t>个字符 *</a:t>
            </a:r>
            <a:r>
              <a:rPr lang="en-US" altLang="zh-CN" sz="3000" b="1" dirty="0">
                <a:solidFill>
                  <a:srgbClr val="CC0066"/>
                </a:solidFill>
                <a:latin typeface="宋体" pitchFamily="2" charset="-122"/>
              </a:rPr>
              <a:t>/</a:t>
            </a:r>
          </a:p>
          <a:p>
            <a:pPr marL="536575" indent="-536575">
              <a:lnSpc>
                <a:spcPct val="80000"/>
              </a:lnSpc>
              <a:buFont typeface="Monotype Sorts" pitchFamily="2" charset="2"/>
              <a:buNone/>
            </a:pPr>
            <a:r>
              <a:rPr lang="zh-CN" altLang="en-US" sz="3000" b="1" dirty="0">
                <a:solidFill>
                  <a:srgbClr val="0000FF"/>
                </a:solidFill>
                <a:latin typeface="宋体" pitchFamily="2" charset="-122"/>
              </a:rPr>
              <a:t>输入： </a:t>
            </a:r>
            <a:r>
              <a:rPr lang="en-US" altLang="zh-CN" sz="3000" b="1" dirty="0" err="1">
                <a:solidFill>
                  <a:srgbClr val="0000FF"/>
                </a:solidFill>
                <a:latin typeface="宋体" pitchFamily="2" charset="-122"/>
              </a:rPr>
              <a:t>abcd</a:t>
            </a:r>
            <a:r>
              <a:rPr lang="en-US" altLang="zh-CN" sz="3000" b="1" dirty="0">
                <a:solidFill>
                  <a:srgbClr val="0000FF"/>
                </a:solidFill>
                <a:latin typeface="宋体" pitchFamily="2" charset="-122"/>
              </a:rPr>
              <a:t>		</a:t>
            </a:r>
            <a:r>
              <a:rPr lang="zh-CN" altLang="en-US" sz="3000" b="1" dirty="0">
                <a:solidFill>
                  <a:srgbClr val="0000FF"/>
                </a:solidFill>
                <a:latin typeface="宋体" pitchFamily="2" charset="-122"/>
              </a:rPr>
              <a:t>结果：</a:t>
            </a:r>
          </a:p>
          <a:p>
            <a:pPr marL="536575" indent="-536575">
              <a:lnSpc>
                <a:spcPct val="80000"/>
              </a:lnSpc>
              <a:buFont typeface="Monotype Sorts" pitchFamily="2" charset="2"/>
              <a:buNone/>
            </a:pPr>
            <a:r>
              <a:rPr lang="zh-CN" altLang="en-US" sz="3000" b="1" dirty="0">
                <a:solidFill>
                  <a:srgbClr val="0000FF"/>
                </a:solidFill>
                <a:latin typeface="宋体" pitchFamily="2" charset="-122"/>
              </a:rPr>
              <a:t>     </a:t>
            </a:r>
            <a:r>
              <a:rPr lang="en-US" altLang="zh-CN" sz="3000" b="1" dirty="0" err="1">
                <a:latin typeface="宋体" pitchFamily="2" charset="-122"/>
              </a:rPr>
              <a:t>scanf</a:t>
            </a:r>
            <a:r>
              <a:rPr lang="en-US" altLang="zh-CN" sz="3000" b="1" dirty="0">
                <a:latin typeface="宋体" pitchFamily="2" charset="-122"/>
              </a:rPr>
              <a:t>("%4s", s); </a:t>
            </a:r>
            <a:r>
              <a:rPr lang="en-US" altLang="zh-CN" sz="3000" b="1" dirty="0">
                <a:solidFill>
                  <a:srgbClr val="CC0066"/>
                </a:solidFill>
                <a:latin typeface="宋体" pitchFamily="2" charset="-122"/>
              </a:rPr>
              <a:t>/* </a:t>
            </a:r>
            <a:r>
              <a:rPr lang="zh-CN" altLang="en-US" sz="3000" b="1" dirty="0">
                <a:solidFill>
                  <a:srgbClr val="CC0066"/>
                </a:solidFill>
                <a:latin typeface="宋体" pitchFamily="2" charset="-122"/>
              </a:rPr>
              <a:t>忽略前导空格 *</a:t>
            </a:r>
            <a:r>
              <a:rPr lang="en-US" altLang="zh-CN" sz="3000" b="1" dirty="0">
                <a:solidFill>
                  <a:srgbClr val="CC0066"/>
                </a:solidFill>
                <a:latin typeface="宋体" pitchFamily="2" charset="-122"/>
              </a:rPr>
              <a:t>/</a:t>
            </a:r>
          </a:p>
          <a:p>
            <a:pPr marL="536575" indent="-536575">
              <a:lnSpc>
                <a:spcPct val="80000"/>
              </a:lnSpc>
              <a:buFont typeface="Monotype Sorts" pitchFamily="2" charset="2"/>
              <a:buNone/>
            </a:pPr>
            <a:r>
              <a:rPr lang="zh-CN" altLang="en-US" sz="3000" b="1" dirty="0">
                <a:solidFill>
                  <a:srgbClr val="0000FF"/>
                </a:solidFill>
                <a:effectLst>
                  <a:outerShdw blurRad="38100" dist="38100" dir="2700000" algn="tl">
                    <a:srgbClr val="000000"/>
                  </a:outerShdw>
                </a:effectLst>
                <a:latin typeface="宋体" pitchFamily="2" charset="-122"/>
              </a:rPr>
              <a:t>输入： </a:t>
            </a:r>
            <a:r>
              <a:rPr lang="en-US" altLang="zh-CN" sz="3000" b="1" dirty="0" err="1">
                <a:solidFill>
                  <a:srgbClr val="0000FF"/>
                </a:solidFill>
                <a:effectLst>
                  <a:outerShdw blurRad="38100" dist="38100" dir="2700000" algn="tl">
                    <a:srgbClr val="000000"/>
                  </a:outerShdw>
                </a:effectLst>
                <a:latin typeface="宋体" pitchFamily="2" charset="-122"/>
              </a:rPr>
              <a:t>abcd</a:t>
            </a:r>
            <a:r>
              <a:rPr lang="en-US" altLang="zh-CN" sz="3000" b="1" dirty="0">
                <a:solidFill>
                  <a:srgbClr val="0000FF"/>
                </a:solidFill>
                <a:effectLst>
                  <a:outerShdw blurRad="38100" dist="38100" dir="2700000" algn="tl">
                    <a:srgbClr val="000000"/>
                  </a:outerShdw>
                </a:effectLst>
                <a:latin typeface="宋体" pitchFamily="2" charset="-122"/>
              </a:rPr>
              <a:t>		</a:t>
            </a:r>
            <a:r>
              <a:rPr lang="zh-CN" altLang="en-US" sz="3000" b="1" dirty="0">
                <a:solidFill>
                  <a:srgbClr val="0000FF"/>
                </a:solidFill>
                <a:effectLst>
                  <a:outerShdw blurRad="38100" dist="38100" dir="2700000" algn="tl">
                    <a:srgbClr val="000000"/>
                  </a:outerShdw>
                </a:effectLst>
                <a:latin typeface="宋体" pitchFamily="2" charset="-122"/>
              </a:rPr>
              <a:t>结果：</a:t>
            </a:r>
          </a:p>
          <a:p>
            <a:pPr marL="536575" indent="-536575">
              <a:lnSpc>
                <a:spcPct val="80000"/>
              </a:lnSpc>
              <a:buFont typeface="Monotype Sorts" pitchFamily="2" charset="2"/>
              <a:buNone/>
            </a:pPr>
            <a:endParaRPr lang="en-US" altLang="zh-CN" sz="3000" b="1" dirty="0">
              <a:effectLst>
                <a:outerShdw blurRad="38100" dist="38100" dir="2700000" algn="tl">
                  <a:srgbClr val="000000"/>
                </a:outerShdw>
              </a:effectLst>
              <a:latin typeface="宋体" pitchFamily="2" charset="-122"/>
            </a:endParaRPr>
          </a:p>
        </p:txBody>
      </p:sp>
      <p:graphicFrame>
        <p:nvGraphicFramePr>
          <p:cNvPr id="508931" name="Group 3"/>
          <p:cNvGraphicFramePr>
            <a:graphicFrameLocks noGrp="1"/>
          </p:cNvGraphicFramePr>
          <p:nvPr>
            <p:ph sz="quarter" idx="2"/>
          </p:nvPr>
        </p:nvGraphicFramePr>
        <p:xfrm>
          <a:off x="5435600" y="3536950"/>
          <a:ext cx="2016125" cy="539750"/>
        </p:xfrm>
        <a:graphic>
          <a:graphicData uri="http://schemas.openxmlformats.org/drawingml/2006/table">
            <a:tbl>
              <a:tblPr/>
              <a:tblGrid>
                <a:gridCol w="496888">
                  <a:extLst>
                    <a:ext uri="{9D8B030D-6E8A-4147-A177-3AD203B41FA5}">
                      <a16:colId xmlns:a16="http://schemas.microsoft.com/office/drawing/2014/main" val="20000"/>
                    </a:ext>
                  </a:extLst>
                </a:gridCol>
                <a:gridCol w="498475">
                  <a:extLst>
                    <a:ext uri="{9D8B030D-6E8A-4147-A177-3AD203B41FA5}">
                      <a16:colId xmlns:a16="http://schemas.microsoft.com/office/drawing/2014/main" val="20001"/>
                    </a:ext>
                  </a:extLst>
                </a:gridCol>
                <a:gridCol w="522287">
                  <a:extLst>
                    <a:ext uri="{9D8B030D-6E8A-4147-A177-3AD203B41FA5}">
                      <a16:colId xmlns:a16="http://schemas.microsoft.com/office/drawing/2014/main" val="20002"/>
                    </a:ext>
                  </a:extLst>
                </a:gridCol>
                <a:gridCol w="498475">
                  <a:extLst>
                    <a:ext uri="{9D8B030D-6E8A-4147-A177-3AD203B41FA5}">
                      <a16:colId xmlns:a16="http://schemas.microsoft.com/office/drawing/2014/main" val="20003"/>
                    </a:ext>
                  </a:extLst>
                </a:gridCol>
              </a:tblGrid>
              <a:tr h="539750">
                <a:tc>
                  <a:txBody>
                    <a:bodyPr/>
                    <a:lstStyle/>
                    <a:p>
                      <a:pPr marL="0" marR="0" lvl="0" indent="0" algn="l" defTabSz="914400" rtl="0" eaLnBrk="1" fontAlgn="base" latinLnBrk="0" hangingPunct="1">
                        <a:lnSpc>
                          <a:spcPct val="100000"/>
                        </a:lnSpc>
                        <a:spcBef>
                          <a:spcPct val="20000"/>
                        </a:spcBef>
                        <a:spcAft>
                          <a:spcPct val="0"/>
                        </a:spcAft>
                        <a:buClr>
                          <a:schemeClr val="hlink"/>
                        </a:buClr>
                        <a:buSzPct val="50000"/>
                        <a:buFont typeface="Monotype Sorts" pitchFamily="2" charset="2"/>
                        <a:buNone/>
                        <a:tabLst/>
                      </a:pPr>
                      <a:r>
                        <a:rPr kumimoji="1" lang="en-US" altLang="zh-CN" sz="2400" b="0" i="0" u="none" strike="noStrike" cap="none" normalizeH="0" baseline="0">
                          <a:ln>
                            <a:noFill/>
                          </a:ln>
                          <a:solidFill>
                            <a:schemeClr val="tx1"/>
                          </a:solidFill>
                          <a:effectLst/>
                          <a:latin typeface="Arial" charset="0"/>
                          <a:ea typeface="宋体" pitchFamily="2" charset="-122"/>
                        </a:rPr>
                        <a:t>a</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50000"/>
                        <a:buFont typeface="Monotype Sorts" pitchFamily="2" charset="2"/>
                        <a:buNone/>
                        <a:tabLst/>
                      </a:pPr>
                      <a:r>
                        <a:rPr kumimoji="1" lang="en-US" altLang="zh-CN" sz="2400" b="0" i="0" u="none" strike="noStrike" cap="none" normalizeH="0" baseline="0">
                          <a:ln>
                            <a:noFill/>
                          </a:ln>
                          <a:solidFill>
                            <a:schemeClr val="tx1"/>
                          </a:solidFill>
                          <a:effectLst/>
                          <a:latin typeface="Arial" charset="0"/>
                          <a:ea typeface="宋体" pitchFamily="2" charset="-122"/>
                        </a:rPr>
                        <a:t>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50000"/>
                        <a:buFont typeface="Monotype Sorts" pitchFamily="2" charset="2"/>
                        <a:buNone/>
                        <a:tabLst/>
                      </a:pPr>
                      <a:r>
                        <a:rPr kumimoji="1" lang="en-US" altLang="zh-CN" sz="2400" b="0" i="0" u="none" strike="noStrike" cap="none" normalizeH="0" baseline="0">
                          <a:ln>
                            <a:noFill/>
                          </a:ln>
                          <a:solidFill>
                            <a:schemeClr val="tx1"/>
                          </a:solidFill>
                          <a:effectLst/>
                          <a:latin typeface="Arial" charset="0"/>
                          <a:ea typeface="宋体" pitchFamily="2" charset="-122"/>
                        </a:rPr>
                        <a:t>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50000"/>
                        <a:buFont typeface="Monotype Sorts" pitchFamily="2" charset="2"/>
                        <a:buNone/>
                        <a:tabLst/>
                      </a:pPr>
                      <a:r>
                        <a:rPr kumimoji="1" lang="en-US" altLang="zh-CN" sz="2400" b="0" i="0" u="none" strike="noStrike" cap="none" normalizeH="0" baseline="0">
                          <a:ln>
                            <a:noFill/>
                          </a:ln>
                          <a:solidFill>
                            <a:schemeClr val="tx1"/>
                          </a:solidFill>
                          <a:effectLst/>
                          <a:latin typeface="Arial" charset="0"/>
                          <a:ea typeface="宋体" pitchFamily="2" charset="-122"/>
                        </a:rPr>
                        <a:t>d</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graphicFrame>
        <p:nvGraphicFramePr>
          <p:cNvPr id="508945" name="Group 17"/>
          <p:cNvGraphicFramePr>
            <a:graphicFrameLocks noGrp="1"/>
          </p:cNvGraphicFramePr>
          <p:nvPr>
            <p:ph sz="quarter" idx="3"/>
          </p:nvPr>
        </p:nvGraphicFramePr>
        <p:xfrm>
          <a:off x="5435600" y="4508500"/>
          <a:ext cx="2592388" cy="504825"/>
        </p:xfrm>
        <a:graphic>
          <a:graphicData uri="http://schemas.openxmlformats.org/drawingml/2006/table">
            <a:tbl>
              <a:tblPr/>
              <a:tblGrid>
                <a:gridCol w="512763">
                  <a:extLst>
                    <a:ext uri="{9D8B030D-6E8A-4147-A177-3AD203B41FA5}">
                      <a16:colId xmlns:a16="http://schemas.microsoft.com/office/drawing/2014/main" val="20000"/>
                    </a:ext>
                  </a:extLst>
                </a:gridCol>
                <a:gridCol w="514350">
                  <a:extLst>
                    <a:ext uri="{9D8B030D-6E8A-4147-A177-3AD203B41FA5}">
                      <a16:colId xmlns:a16="http://schemas.microsoft.com/office/drawing/2014/main" val="20001"/>
                    </a:ext>
                  </a:extLst>
                </a:gridCol>
                <a:gridCol w="536575">
                  <a:extLst>
                    <a:ext uri="{9D8B030D-6E8A-4147-A177-3AD203B41FA5}">
                      <a16:colId xmlns:a16="http://schemas.microsoft.com/office/drawing/2014/main" val="20002"/>
                    </a:ext>
                  </a:extLst>
                </a:gridCol>
                <a:gridCol w="514350">
                  <a:extLst>
                    <a:ext uri="{9D8B030D-6E8A-4147-A177-3AD203B41FA5}">
                      <a16:colId xmlns:a16="http://schemas.microsoft.com/office/drawing/2014/main" val="20003"/>
                    </a:ext>
                  </a:extLst>
                </a:gridCol>
                <a:gridCol w="514350">
                  <a:extLst>
                    <a:ext uri="{9D8B030D-6E8A-4147-A177-3AD203B41FA5}">
                      <a16:colId xmlns:a16="http://schemas.microsoft.com/office/drawing/2014/main" val="20004"/>
                    </a:ext>
                  </a:extLst>
                </a:gridCol>
              </a:tblGrid>
              <a:tr h="504825">
                <a:tc>
                  <a:txBody>
                    <a:bodyPr/>
                    <a:lstStyle/>
                    <a:p>
                      <a:pPr marL="0" marR="0" lvl="0" indent="0" algn="l" defTabSz="914400" rtl="0" eaLnBrk="1" fontAlgn="base" latinLnBrk="0" hangingPunct="1">
                        <a:lnSpc>
                          <a:spcPct val="100000"/>
                        </a:lnSpc>
                        <a:spcBef>
                          <a:spcPct val="20000"/>
                        </a:spcBef>
                        <a:spcAft>
                          <a:spcPct val="0"/>
                        </a:spcAft>
                        <a:buClr>
                          <a:schemeClr val="hlink"/>
                        </a:buClr>
                        <a:buSzPct val="50000"/>
                        <a:buFont typeface="Monotype Sorts" pitchFamily="2" charset="2"/>
                        <a:buNone/>
                        <a:tabLst/>
                      </a:pPr>
                      <a:r>
                        <a:rPr kumimoji="1" lang="en-US" altLang="zh-CN" sz="2400" b="0" i="0" u="none" strike="noStrike" cap="none" normalizeH="0" baseline="0">
                          <a:ln>
                            <a:noFill/>
                          </a:ln>
                          <a:solidFill>
                            <a:schemeClr val="tx1"/>
                          </a:solidFill>
                          <a:effectLst/>
                          <a:latin typeface="Arial" charset="0"/>
                          <a:ea typeface="宋体" pitchFamily="2" charset="-122"/>
                        </a:rPr>
                        <a:t>a</a:t>
                      </a:r>
                    </a:p>
                  </a:txBody>
                  <a:tcP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50000"/>
                        <a:buFont typeface="Monotype Sorts" pitchFamily="2" charset="2"/>
                        <a:buNone/>
                        <a:tabLst/>
                      </a:pPr>
                      <a:r>
                        <a:rPr kumimoji="1" lang="en-US" altLang="zh-CN" sz="2400" b="0" i="0" u="none" strike="noStrike" cap="none" normalizeH="0" baseline="0">
                          <a:ln>
                            <a:noFill/>
                          </a:ln>
                          <a:solidFill>
                            <a:schemeClr val="tx1"/>
                          </a:solidFill>
                          <a:effectLst/>
                          <a:latin typeface="Arial" charset="0"/>
                          <a:ea typeface="宋体" pitchFamily="2" charset="-122"/>
                        </a:rPr>
                        <a:t>b</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50000"/>
                        <a:buFont typeface="Monotype Sorts" pitchFamily="2" charset="2"/>
                        <a:buNone/>
                        <a:tabLst/>
                      </a:pPr>
                      <a:r>
                        <a:rPr kumimoji="1" lang="en-US" altLang="zh-CN" sz="2400" b="0" i="0" u="none" strike="noStrike" cap="none" normalizeH="0" baseline="0">
                          <a:ln>
                            <a:noFill/>
                          </a:ln>
                          <a:solidFill>
                            <a:schemeClr val="tx1"/>
                          </a:solidFill>
                          <a:effectLst/>
                          <a:latin typeface="Arial" charset="0"/>
                          <a:ea typeface="宋体" pitchFamily="2" charset="-122"/>
                        </a:rPr>
                        <a:t>c</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50000"/>
                        <a:buFont typeface="Monotype Sorts" pitchFamily="2" charset="2"/>
                        <a:buNone/>
                        <a:tabLst/>
                      </a:pPr>
                      <a:r>
                        <a:rPr kumimoji="1" lang="en-US" altLang="zh-CN" sz="2400" b="0" i="0" u="none" strike="noStrike" cap="none" normalizeH="0" baseline="0">
                          <a:ln>
                            <a:noFill/>
                          </a:ln>
                          <a:solidFill>
                            <a:schemeClr val="tx1"/>
                          </a:solidFill>
                          <a:effectLst/>
                          <a:latin typeface="Arial" charset="0"/>
                          <a:ea typeface="宋体" pitchFamily="2" charset="-122"/>
                        </a:rPr>
                        <a:t>d</a:t>
                      </a:r>
                    </a:p>
                  </a:txBody>
                  <a:tcP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chemeClr val="hlink"/>
                        </a:buClr>
                        <a:buSzPct val="50000"/>
                        <a:buFont typeface="Monotype Sorts" pitchFamily="2" charset="2"/>
                        <a:buNone/>
                        <a:tabLst/>
                      </a:pPr>
                      <a:r>
                        <a:rPr kumimoji="1" lang="en-US" altLang="zh-CN" sz="2400" b="0" i="0" u="none" strike="noStrike" cap="none" normalizeH="0" baseline="0">
                          <a:ln>
                            <a:noFill/>
                          </a:ln>
                          <a:solidFill>
                            <a:schemeClr val="tx1"/>
                          </a:solidFill>
                          <a:effectLst/>
                          <a:latin typeface="Arial" charset="0"/>
                          <a:ea typeface="宋体" pitchFamily="2" charset="-122"/>
                        </a:rPr>
                        <a:t>\0</a:t>
                      </a:r>
                    </a:p>
                  </a:txBody>
                  <a:tcP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bl>
          </a:graphicData>
        </a:graphic>
      </p:graphicFrame>
      <p:sp>
        <p:nvSpPr>
          <p:cNvPr id="31" name="灯片编号占位符 7"/>
          <p:cNvSpPr>
            <a:spLocks noGrp="1"/>
          </p:cNvSpPr>
          <p:nvPr>
            <p:ph type="sldNum" sz="quarter" idx="12"/>
          </p:nvPr>
        </p:nvSpPr>
        <p:spPr/>
        <p:txBody>
          <a:bodyPr/>
          <a:lstStyle/>
          <a:p>
            <a:fld id="{9D5671DC-1909-4B07-BA67-60D0BE4CD977}" type="slidenum">
              <a:rPr lang="en-US" altLang="zh-CN"/>
              <a:pPr/>
              <a:t>47</a:t>
            </a:fld>
            <a:endParaRPr lang="en-US" altLang="zh-CN"/>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0739" name="Rectangle 3"/>
          <p:cNvSpPr>
            <a:spLocks noGrp="1" noChangeArrowheads="1"/>
          </p:cNvSpPr>
          <p:nvPr>
            <p:ph idx="1"/>
          </p:nvPr>
        </p:nvSpPr>
        <p:spPr>
          <a:xfrm>
            <a:off x="323850" y="476250"/>
            <a:ext cx="8443913" cy="5762625"/>
          </a:xfrm>
        </p:spPr>
        <p:txBody>
          <a:bodyPr>
            <a:noAutofit/>
          </a:bodyPr>
          <a:lstStyle/>
          <a:p>
            <a:pPr marL="0" indent="0">
              <a:buFont typeface="Monotype Sorts" pitchFamily="2" charset="2"/>
              <a:buNone/>
            </a:pPr>
            <a:r>
              <a:rPr lang="zh-CN" altLang="en-US" sz="2800" b="1" dirty="0"/>
              <a:t>对应下列输入代码，要让变量</a:t>
            </a:r>
            <a:r>
              <a:rPr lang="en-US" altLang="zh-CN" sz="2800" b="1" dirty="0" err="1"/>
              <a:t>i</a:t>
            </a:r>
            <a:r>
              <a:rPr lang="zh-CN" altLang="en-US" sz="2800" b="1" dirty="0"/>
              <a:t>和</a:t>
            </a:r>
            <a:r>
              <a:rPr lang="en-US" altLang="zh-CN" sz="2800" b="1" dirty="0"/>
              <a:t>j</a:t>
            </a:r>
            <a:r>
              <a:rPr lang="zh-CN" altLang="en-US" sz="2800" b="1" dirty="0"/>
              <a:t>值分别为</a:t>
            </a:r>
            <a:r>
              <a:rPr lang="en-US" altLang="zh-CN" sz="2800" b="1" dirty="0"/>
              <a:t>12</a:t>
            </a:r>
            <a:r>
              <a:rPr lang="zh-CN" altLang="en-US" sz="2800" b="1" dirty="0"/>
              <a:t>和</a:t>
            </a:r>
            <a:r>
              <a:rPr lang="en-US" altLang="zh-CN" sz="2800" b="1" dirty="0"/>
              <a:t>234</a:t>
            </a:r>
            <a:r>
              <a:rPr lang="zh-CN" altLang="en-US" sz="2800" b="1" dirty="0"/>
              <a:t>，试指出合理的输入。</a:t>
            </a:r>
          </a:p>
          <a:p>
            <a:pPr marL="0" indent="0">
              <a:buFont typeface="Monotype Sorts" pitchFamily="2" charset="2"/>
              <a:buNone/>
            </a:pPr>
            <a:endParaRPr lang="zh-CN" altLang="en-US" sz="2800" b="1" dirty="0"/>
          </a:p>
          <a:p>
            <a:pPr marL="0" indent="0">
              <a:buFont typeface="Monotype Sorts" pitchFamily="2" charset="2"/>
              <a:buNone/>
            </a:pPr>
            <a:r>
              <a:rPr lang="en-US" altLang="zh-CN" sz="2800" b="1" dirty="0"/>
              <a:t>(1)</a:t>
            </a:r>
            <a:r>
              <a:rPr lang="en-US" altLang="zh-CN" sz="2800" b="1" dirty="0" err="1"/>
              <a:t>scanf</a:t>
            </a:r>
            <a:r>
              <a:rPr lang="en-US" altLang="zh-CN" sz="2800" b="1" dirty="0"/>
              <a:t>("%</a:t>
            </a:r>
            <a:r>
              <a:rPr lang="en-US" altLang="zh-CN" sz="2800" b="1" dirty="0" err="1"/>
              <a:t>d,%d”,&amp;i,&amp;j</a:t>
            </a:r>
            <a:r>
              <a:rPr lang="en-US" altLang="zh-CN" sz="2800" b="1" dirty="0"/>
              <a:t>);	</a:t>
            </a:r>
          </a:p>
          <a:p>
            <a:pPr marL="0" indent="0">
              <a:buFont typeface="Monotype Sorts" pitchFamily="2" charset="2"/>
              <a:buNone/>
            </a:pPr>
            <a:endParaRPr lang="en-US" altLang="zh-CN" sz="2800" b="1" dirty="0"/>
          </a:p>
          <a:p>
            <a:pPr marL="0" indent="0">
              <a:buFont typeface="Monotype Sorts" pitchFamily="2" charset="2"/>
              <a:buNone/>
            </a:pPr>
            <a:r>
              <a:rPr lang="en-US" altLang="zh-CN" sz="2800" b="1" dirty="0"/>
              <a:t>(2)</a:t>
            </a:r>
            <a:r>
              <a:rPr lang="en-US" altLang="zh-CN" sz="2800" b="1" dirty="0" err="1"/>
              <a:t>scanf</a:t>
            </a:r>
            <a:r>
              <a:rPr lang="en-US" altLang="zh-CN" sz="2800" b="1" dirty="0"/>
              <a:t>("%</a:t>
            </a:r>
            <a:r>
              <a:rPr lang="en-US" altLang="zh-CN" sz="2800" b="1" dirty="0" err="1"/>
              <a:t>d%d”,&amp;i,&amp;j</a:t>
            </a:r>
            <a:r>
              <a:rPr lang="en-US" altLang="zh-CN" sz="2800" b="1" dirty="0"/>
              <a:t>);</a:t>
            </a:r>
          </a:p>
          <a:p>
            <a:pPr marL="0" indent="0">
              <a:buFont typeface="Monotype Sorts" pitchFamily="2" charset="2"/>
              <a:buNone/>
            </a:pPr>
            <a:r>
              <a:rPr lang="zh-CN" altLang="en-US" sz="2800" b="1" dirty="0"/>
              <a:t>对于</a:t>
            </a:r>
            <a:r>
              <a:rPr lang="en-US" altLang="zh-CN" sz="2800" b="1" dirty="0"/>
              <a:t>(1)</a:t>
            </a:r>
            <a:r>
              <a:rPr lang="zh-CN" altLang="en-US" sz="2800" b="1" dirty="0"/>
              <a:t>，</a:t>
            </a:r>
            <a:r>
              <a:rPr lang="en-US" altLang="zh-CN" sz="2800" b="1" dirty="0"/>
              <a:t>"%</a:t>
            </a:r>
            <a:r>
              <a:rPr lang="en-US" altLang="zh-CN" sz="2800" b="1" dirty="0" err="1"/>
              <a:t>d,%d</a:t>
            </a:r>
            <a:r>
              <a:rPr lang="en-US" altLang="zh-CN" sz="2800" b="1" dirty="0"/>
              <a:t>”</a:t>
            </a:r>
            <a:r>
              <a:rPr lang="zh-CN" altLang="en-US" sz="2800" b="1" dirty="0"/>
              <a:t>中间的逗号是普通字符，必须按原样输入。所以，输入是：</a:t>
            </a:r>
            <a:r>
              <a:rPr lang="en-US" altLang="zh-CN" sz="2800" b="1" dirty="0"/>
              <a:t>12,234</a:t>
            </a:r>
          </a:p>
          <a:p>
            <a:pPr marL="0" indent="0">
              <a:buFont typeface="Monotype Sorts" pitchFamily="2" charset="2"/>
              <a:buNone/>
            </a:pPr>
            <a:r>
              <a:rPr lang="zh-CN" altLang="en-US" sz="2800" b="1" dirty="0"/>
              <a:t>对于</a:t>
            </a:r>
            <a:r>
              <a:rPr lang="en-US" altLang="zh-CN" sz="2800" b="1" dirty="0"/>
              <a:t>(2)</a:t>
            </a:r>
            <a:r>
              <a:rPr lang="zh-CN" altLang="en-US" sz="2800" b="1" dirty="0"/>
              <a:t>，两个输入格式之间没有其它字符，输入时，数据以一个或多个</a:t>
            </a:r>
            <a:r>
              <a:rPr lang="zh-CN" altLang="en-US" sz="2800" b="1" dirty="0">
                <a:solidFill>
                  <a:srgbClr val="C00000"/>
                </a:solidFill>
              </a:rPr>
              <a:t>空格符</a:t>
            </a:r>
            <a:r>
              <a:rPr lang="zh-CN" altLang="en-US" sz="2800" b="1" dirty="0"/>
              <a:t>分隔，也可以用</a:t>
            </a:r>
            <a:r>
              <a:rPr lang="en-US" altLang="zh-CN" sz="2800" b="1" dirty="0">
                <a:solidFill>
                  <a:srgbClr val="C00000"/>
                </a:solidFill>
              </a:rPr>
              <a:t>Tab</a:t>
            </a:r>
            <a:r>
              <a:rPr lang="zh-CN" altLang="en-US" sz="2800" b="1" dirty="0"/>
              <a:t>键、</a:t>
            </a:r>
            <a:r>
              <a:rPr lang="en-US" altLang="zh-CN" sz="2800" b="1" dirty="0">
                <a:solidFill>
                  <a:srgbClr val="C00000"/>
                </a:solidFill>
              </a:rPr>
              <a:t>Enter</a:t>
            </a:r>
            <a:r>
              <a:rPr lang="zh-CN" altLang="en-US" sz="2800" b="1" dirty="0"/>
              <a:t>键分隔。所以，可以输入：</a:t>
            </a:r>
            <a:r>
              <a:rPr lang="en-US" altLang="zh-CN" sz="2800" b="1" dirty="0"/>
              <a:t>12  234</a:t>
            </a:r>
          </a:p>
        </p:txBody>
      </p:sp>
      <p:sp>
        <p:nvSpPr>
          <p:cNvPr id="5" name="灯片编号占位符 5"/>
          <p:cNvSpPr>
            <a:spLocks noGrp="1"/>
          </p:cNvSpPr>
          <p:nvPr>
            <p:ph type="sldNum" sz="quarter" idx="12"/>
          </p:nvPr>
        </p:nvSpPr>
        <p:spPr/>
        <p:txBody>
          <a:bodyPr/>
          <a:lstStyle/>
          <a:p>
            <a:fld id="{335812AC-E2D5-4770-9C4B-2AB0D1ED8458}" type="slidenum">
              <a:rPr lang="en-US" altLang="zh-CN"/>
              <a:pPr/>
              <a:t>48</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00739">
                                            <p:txEl>
                                              <p:pRg st="5" end="5"/>
                                            </p:txEl>
                                          </p:spTgt>
                                        </p:tgtEl>
                                        <p:attrNameLst>
                                          <p:attrName>style.visibility</p:attrName>
                                        </p:attrNameLst>
                                      </p:cBhvr>
                                      <p:to>
                                        <p:strVal val="visible"/>
                                      </p:to>
                                    </p:set>
                                    <p:anim calcmode="lin" valueType="num">
                                      <p:cBhvr additive="base">
                                        <p:cTn id="7" dur="500" fill="hold"/>
                                        <p:tgtEl>
                                          <p:spTgt spid="500739">
                                            <p:txEl>
                                              <p:pRg st="5" end="5"/>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00739">
                                            <p:txEl>
                                              <p:pRg st="5" end="5"/>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00739">
                                            <p:txEl>
                                              <p:pRg st="6" end="6"/>
                                            </p:txEl>
                                          </p:spTgt>
                                        </p:tgtEl>
                                        <p:attrNameLst>
                                          <p:attrName>style.visibility</p:attrName>
                                        </p:attrNameLst>
                                      </p:cBhvr>
                                      <p:to>
                                        <p:strVal val="visible"/>
                                      </p:to>
                                    </p:set>
                                    <p:anim calcmode="lin" valueType="num">
                                      <p:cBhvr additive="base">
                                        <p:cTn id="13" dur="500" fill="hold"/>
                                        <p:tgtEl>
                                          <p:spTgt spid="500739">
                                            <p:txEl>
                                              <p:pRg st="6" end="6"/>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00739">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7906" name="Rectangle 2"/>
          <p:cNvSpPr>
            <a:spLocks noGrp="1" noChangeArrowheads="1"/>
          </p:cNvSpPr>
          <p:nvPr>
            <p:ph idx="1"/>
          </p:nvPr>
        </p:nvSpPr>
        <p:spPr>
          <a:xfrm>
            <a:off x="323850" y="476250"/>
            <a:ext cx="8443913" cy="5953146"/>
          </a:xfrm>
        </p:spPr>
        <p:txBody>
          <a:bodyPr>
            <a:noAutofit/>
          </a:bodyPr>
          <a:lstStyle/>
          <a:p>
            <a:pPr marL="0" indent="0">
              <a:spcAft>
                <a:spcPts val="1200"/>
              </a:spcAft>
              <a:buFont typeface="Monotype Sorts" pitchFamily="2" charset="2"/>
              <a:buNone/>
            </a:pPr>
            <a:r>
              <a:rPr lang="zh-CN" altLang="en-US" sz="2400" b="1" dirty="0"/>
              <a:t>对应下列输入代码，要让变量</a:t>
            </a:r>
            <a:r>
              <a:rPr lang="en-US" altLang="zh-CN" sz="2400" b="1" dirty="0" err="1"/>
              <a:t>i</a:t>
            </a:r>
            <a:r>
              <a:rPr lang="zh-CN" altLang="en-US" sz="2400" b="1" dirty="0"/>
              <a:t>和</a:t>
            </a:r>
            <a:r>
              <a:rPr lang="en-US" altLang="zh-CN" sz="2400" b="1" dirty="0"/>
              <a:t>j</a:t>
            </a:r>
            <a:r>
              <a:rPr lang="zh-CN" altLang="en-US" sz="2400" b="1" dirty="0"/>
              <a:t>值分别为</a:t>
            </a:r>
            <a:r>
              <a:rPr lang="en-US" altLang="zh-CN" sz="2400" b="1" dirty="0"/>
              <a:t>12</a:t>
            </a:r>
            <a:r>
              <a:rPr lang="zh-CN" altLang="en-US" sz="2400" b="1" dirty="0"/>
              <a:t>和</a:t>
            </a:r>
            <a:r>
              <a:rPr lang="en-US" altLang="zh-CN" sz="2400" b="1" dirty="0"/>
              <a:t>234</a:t>
            </a:r>
            <a:r>
              <a:rPr lang="zh-CN" altLang="en-US" sz="2400" b="1" dirty="0"/>
              <a:t>，试指出合理的输入。</a:t>
            </a:r>
          </a:p>
          <a:p>
            <a:pPr marL="0" indent="0">
              <a:spcAft>
                <a:spcPts val="1200"/>
              </a:spcAft>
              <a:buFont typeface="Monotype Sorts" pitchFamily="2" charset="2"/>
              <a:buNone/>
            </a:pPr>
            <a:r>
              <a:rPr lang="en-US" altLang="zh-CN" sz="3200" b="1" dirty="0"/>
              <a:t>(3)</a:t>
            </a:r>
            <a:r>
              <a:rPr lang="en-US" altLang="zh-CN" sz="3200" b="1" dirty="0" err="1"/>
              <a:t>scanf</a:t>
            </a:r>
            <a:r>
              <a:rPr lang="en-US" altLang="zh-CN" sz="3200" b="1" dirty="0"/>
              <a:t>("%2d%3d”,&amp;i,&amp;j);  // </a:t>
            </a:r>
            <a:r>
              <a:rPr lang="zh-CN" altLang="en-US" sz="3200" b="1" dirty="0"/>
              <a:t>指定数据输入的数字符个数，</a:t>
            </a:r>
            <a:r>
              <a:rPr lang="zh-CN" altLang="en-US" sz="2400" b="1" dirty="0"/>
              <a:t>分别是</a:t>
            </a:r>
            <a:r>
              <a:rPr lang="en-US" altLang="zh-CN" sz="2400" b="1" dirty="0"/>
              <a:t>2</a:t>
            </a:r>
            <a:r>
              <a:rPr lang="zh-CN" altLang="en-US" sz="2400" b="1" dirty="0"/>
              <a:t>个和</a:t>
            </a:r>
            <a:r>
              <a:rPr lang="en-US" altLang="zh-CN" sz="2400" b="1" dirty="0"/>
              <a:t>3</a:t>
            </a:r>
            <a:r>
              <a:rPr lang="zh-CN" altLang="en-US" sz="2400" b="1" dirty="0"/>
              <a:t>个</a:t>
            </a:r>
          </a:p>
          <a:p>
            <a:pPr marL="0" indent="0">
              <a:spcAft>
                <a:spcPts val="1200"/>
              </a:spcAft>
              <a:buFont typeface="Monotype Sorts" pitchFamily="2" charset="2"/>
              <a:buNone/>
            </a:pPr>
            <a:r>
              <a:rPr lang="en-US" altLang="zh-CN" sz="3200" b="1" dirty="0"/>
              <a:t>(4)</a:t>
            </a:r>
            <a:r>
              <a:rPr lang="en-US" altLang="zh-CN" sz="3200" b="1" dirty="0" err="1"/>
              <a:t>scanf</a:t>
            </a:r>
            <a:r>
              <a:rPr lang="en-US" altLang="zh-CN" sz="3200" b="1" dirty="0"/>
              <a:t>("%d%</a:t>
            </a:r>
            <a:r>
              <a:rPr lang="en-US" altLang="zh-CN" sz="4000" b="1" dirty="0"/>
              <a:t>*</a:t>
            </a:r>
            <a:r>
              <a:rPr lang="en-US" altLang="zh-CN" sz="3200" b="1" dirty="0" err="1"/>
              <a:t>d%d”,&amp;i,&amp;j</a:t>
            </a:r>
            <a:r>
              <a:rPr lang="en-US" altLang="zh-CN" sz="3200" b="1" dirty="0"/>
              <a:t>)</a:t>
            </a:r>
          </a:p>
          <a:p>
            <a:pPr marL="0" indent="0">
              <a:spcAft>
                <a:spcPts val="1200"/>
              </a:spcAft>
              <a:buFont typeface="Monotype Sorts" pitchFamily="2" charset="2"/>
              <a:buNone/>
            </a:pPr>
            <a:r>
              <a:rPr lang="zh-CN" altLang="en-US" sz="2400" b="1" dirty="0"/>
              <a:t>对于</a:t>
            </a:r>
            <a:r>
              <a:rPr lang="en-US" altLang="zh-CN" sz="2400" b="1" dirty="0"/>
              <a:t>(3)</a:t>
            </a:r>
            <a:r>
              <a:rPr lang="zh-CN" altLang="en-US" sz="2400" b="1" dirty="0"/>
              <a:t>，格式指定数据输入的数字符个数，分别是</a:t>
            </a:r>
            <a:r>
              <a:rPr lang="en-US" altLang="zh-CN" sz="2400" b="1" dirty="0"/>
              <a:t>2</a:t>
            </a:r>
            <a:r>
              <a:rPr lang="zh-CN" altLang="en-US" sz="2400" b="1" dirty="0"/>
              <a:t>个和</a:t>
            </a:r>
            <a:r>
              <a:rPr lang="en-US" altLang="zh-CN" sz="2400" b="1" dirty="0"/>
              <a:t>3</a:t>
            </a:r>
            <a:r>
              <a:rPr lang="zh-CN" altLang="en-US" sz="2400" b="1" dirty="0"/>
              <a:t>个，输入数据可以用空白符分隔，也可以用前</a:t>
            </a:r>
            <a:r>
              <a:rPr lang="en-US" altLang="zh-CN" sz="2400" b="1" dirty="0"/>
              <a:t>2</a:t>
            </a:r>
            <a:r>
              <a:rPr lang="zh-CN" altLang="en-US" sz="2400" b="1" dirty="0"/>
              <a:t>个数字符为变量</a:t>
            </a:r>
            <a:r>
              <a:rPr lang="en-US" altLang="zh-CN" sz="2400" b="1" dirty="0" err="1"/>
              <a:t>i</a:t>
            </a:r>
            <a:r>
              <a:rPr lang="zh-CN" altLang="en-US" sz="2400" b="1" dirty="0"/>
              <a:t>输入，后</a:t>
            </a:r>
            <a:r>
              <a:rPr lang="en-US" altLang="zh-CN" sz="2400" b="1" dirty="0"/>
              <a:t>3</a:t>
            </a:r>
            <a:r>
              <a:rPr lang="zh-CN" altLang="en-US" sz="2400" b="1" dirty="0"/>
              <a:t>个数字符为变量</a:t>
            </a:r>
            <a:r>
              <a:rPr lang="en-US" altLang="zh-CN" sz="2400" b="1" dirty="0"/>
              <a:t>j</a:t>
            </a:r>
            <a:r>
              <a:rPr lang="zh-CN" altLang="en-US" sz="2400" b="1" dirty="0"/>
              <a:t>输入。例如，输入</a:t>
            </a:r>
            <a:r>
              <a:rPr lang="en-US" altLang="zh-CN" sz="2400" b="1" dirty="0"/>
              <a:t>12234</a:t>
            </a:r>
            <a:r>
              <a:rPr lang="zh-CN" altLang="en-US" sz="2400" b="1" dirty="0"/>
              <a:t>也能满足要求，将</a:t>
            </a:r>
            <a:r>
              <a:rPr lang="en-US" altLang="zh-CN" sz="2400" b="1" dirty="0"/>
              <a:t>12</a:t>
            </a:r>
            <a:r>
              <a:rPr lang="zh-CN" altLang="en-US" sz="2400" b="1" dirty="0"/>
              <a:t>赋值给变量</a:t>
            </a:r>
            <a:r>
              <a:rPr lang="en-US" altLang="zh-CN" sz="2400" b="1" dirty="0" err="1"/>
              <a:t>i</a:t>
            </a:r>
            <a:r>
              <a:rPr lang="zh-CN" altLang="en-US" sz="2400" b="1" dirty="0"/>
              <a:t>，将</a:t>
            </a:r>
            <a:r>
              <a:rPr lang="en-US" altLang="zh-CN" sz="2400" b="1" dirty="0"/>
              <a:t>234</a:t>
            </a:r>
            <a:r>
              <a:rPr lang="zh-CN" altLang="en-US" sz="2400" b="1" dirty="0"/>
              <a:t>赋值给变量</a:t>
            </a:r>
            <a:r>
              <a:rPr lang="en-US" altLang="zh-CN" sz="2400" b="1" dirty="0"/>
              <a:t>j</a:t>
            </a:r>
            <a:r>
              <a:rPr lang="zh-CN" altLang="en-US" sz="2400" b="1" dirty="0"/>
              <a:t>。</a:t>
            </a:r>
          </a:p>
          <a:p>
            <a:pPr marL="0" indent="0">
              <a:spcAft>
                <a:spcPts val="1200"/>
              </a:spcAft>
              <a:buFont typeface="Monotype Sorts" pitchFamily="2" charset="2"/>
              <a:buNone/>
            </a:pPr>
            <a:r>
              <a:rPr lang="zh-CN" altLang="en-US" sz="2400" b="1" dirty="0"/>
              <a:t>对于</a:t>
            </a:r>
            <a:r>
              <a:rPr lang="en-US" altLang="zh-CN" sz="2400" b="1" dirty="0"/>
              <a:t>(4)</a:t>
            </a:r>
            <a:r>
              <a:rPr lang="zh-CN" altLang="en-US" sz="2400" b="1" dirty="0"/>
              <a:t>，格式中的第</a:t>
            </a:r>
            <a:r>
              <a:rPr lang="en-US" altLang="zh-CN" sz="2400" b="1" dirty="0"/>
              <a:t>2</a:t>
            </a:r>
            <a:r>
              <a:rPr lang="zh-CN" altLang="en-US" sz="2400" b="1" dirty="0"/>
              <a:t>个输入格式有赋值抑制符，所以要输入</a:t>
            </a:r>
            <a:r>
              <a:rPr lang="en-US" altLang="zh-CN" sz="2400" b="1" dirty="0"/>
              <a:t>3</a:t>
            </a:r>
            <a:r>
              <a:rPr lang="zh-CN" altLang="en-US" sz="2400" b="1" dirty="0"/>
              <a:t>个整数，其中第二个整数用于输入不赋值的要求。只要</a:t>
            </a:r>
            <a:r>
              <a:rPr lang="en-US" altLang="zh-CN" sz="2400" b="1" dirty="0"/>
              <a:t>3</a:t>
            </a:r>
            <a:r>
              <a:rPr lang="zh-CN" altLang="en-US" sz="2400" b="1" dirty="0"/>
              <a:t>个整数有空白符分隔即可，例如，输入：</a:t>
            </a:r>
            <a:r>
              <a:rPr lang="en-US" altLang="zh-CN" sz="2400" b="1" dirty="0"/>
              <a:t>12  0  234</a:t>
            </a:r>
          </a:p>
        </p:txBody>
      </p:sp>
      <p:sp>
        <p:nvSpPr>
          <p:cNvPr id="5" name="灯片编号占位符 5"/>
          <p:cNvSpPr>
            <a:spLocks noGrp="1"/>
          </p:cNvSpPr>
          <p:nvPr>
            <p:ph type="sldNum" sz="quarter" idx="12"/>
          </p:nvPr>
        </p:nvSpPr>
        <p:spPr/>
        <p:txBody>
          <a:bodyPr/>
          <a:lstStyle/>
          <a:p>
            <a:fld id="{11F26662-6925-44AE-83E0-E1C2C64ED639}" type="slidenum">
              <a:rPr lang="en-US" altLang="zh-CN"/>
              <a:pPr/>
              <a:t>49</a:t>
            </a:fld>
            <a:endParaRPr lang="en-US" altLang="zh-CN"/>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507906">
                                            <p:txEl>
                                              <p:pRg st="3" end="3"/>
                                            </p:txEl>
                                          </p:spTgt>
                                        </p:tgtEl>
                                        <p:attrNameLst>
                                          <p:attrName>style.visibility</p:attrName>
                                        </p:attrNameLst>
                                      </p:cBhvr>
                                      <p:to>
                                        <p:strVal val="visible"/>
                                      </p:to>
                                    </p:set>
                                    <p:anim calcmode="lin" valueType="num">
                                      <p:cBhvr additive="base">
                                        <p:cTn id="7" dur="500" fill="hold"/>
                                        <p:tgtEl>
                                          <p:spTgt spid="507906">
                                            <p:txEl>
                                              <p:pRg st="3" end="3"/>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507906">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07906">
                                            <p:txEl>
                                              <p:pRg st="4" end="4"/>
                                            </p:txEl>
                                          </p:spTgt>
                                        </p:tgtEl>
                                        <p:attrNameLst>
                                          <p:attrName>style.visibility</p:attrName>
                                        </p:attrNameLst>
                                      </p:cBhvr>
                                      <p:to>
                                        <p:strVal val="visible"/>
                                      </p:to>
                                    </p:set>
                                    <p:anim calcmode="lin" valueType="num">
                                      <p:cBhvr additive="base">
                                        <p:cTn id="13" dur="500" fill="hold"/>
                                        <p:tgtEl>
                                          <p:spTgt spid="507906">
                                            <p:txEl>
                                              <p:pRg st="4" end="4"/>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507906">
                                            <p:txEl>
                                              <p:pRg st="4" end="4"/>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6882" name="Rectangle 2"/>
          <p:cNvSpPr>
            <a:spLocks noGrp="1" noChangeArrowheads="1"/>
          </p:cNvSpPr>
          <p:nvPr>
            <p:ph idx="1"/>
          </p:nvPr>
        </p:nvSpPr>
        <p:spPr>
          <a:xfrm>
            <a:off x="323850" y="620688"/>
            <a:ext cx="8443913" cy="5689600"/>
          </a:xfrm>
        </p:spPr>
        <p:txBody>
          <a:bodyPr/>
          <a:lstStyle/>
          <a:p>
            <a:pPr marL="536575" indent="-536575">
              <a:buFont typeface="Monotype Sorts" pitchFamily="2" charset="2"/>
              <a:buNone/>
            </a:pPr>
            <a:r>
              <a:rPr lang="zh-CN" altLang="en-US" b="1" dirty="0">
                <a:solidFill>
                  <a:srgbClr val="0000FF"/>
                </a:solidFill>
                <a:effectLst>
                  <a:outerShdw blurRad="38100" dist="38100" dir="2700000" algn="tl">
                    <a:srgbClr val="000000"/>
                  </a:outerShdw>
                </a:effectLst>
                <a:latin typeface="宋体" pitchFamily="2" charset="-122"/>
              </a:rPr>
              <a:t>进一步的例子：</a:t>
            </a:r>
          </a:p>
          <a:p>
            <a:pPr marL="536575" indent="-536575">
              <a:buFont typeface="Monotype Sorts" pitchFamily="2" charset="2"/>
              <a:buNone/>
            </a:pPr>
            <a:r>
              <a:rPr lang="zh-CN" altLang="en-US" b="1" dirty="0">
                <a:effectLst>
                  <a:outerShdw blurRad="38100" dist="38100" dir="2700000" algn="tl">
                    <a:srgbClr val="000000"/>
                  </a:outerShdw>
                </a:effectLst>
                <a:latin typeface="宋体" pitchFamily="2" charset="-122"/>
              </a:rPr>
              <a:t> </a:t>
            </a:r>
            <a:r>
              <a:rPr lang="en-US" altLang="zh-CN" b="1" dirty="0" err="1">
                <a:effectLst>
                  <a:outerShdw blurRad="38100" dist="38100" dir="2700000" algn="tl">
                    <a:srgbClr val="000000"/>
                  </a:outerShdw>
                </a:effectLst>
                <a:latin typeface="宋体" pitchFamily="2" charset="-122"/>
              </a:rPr>
              <a:t>int</a:t>
            </a:r>
            <a:r>
              <a:rPr lang="en-US" altLang="zh-CN" b="1" dirty="0">
                <a:effectLst>
                  <a:outerShdw blurRad="38100" dist="38100" dir="2700000" algn="tl">
                    <a:srgbClr val="000000"/>
                  </a:outerShdw>
                </a:effectLst>
                <a:latin typeface="宋体" pitchFamily="2" charset="-122"/>
              </a:rPr>
              <a:t> </a:t>
            </a:r>
            <a:r>
              <a:rPr lang="en-US" altLang="zh-CN" b="1" dirty="0" err="1">
                <a:effectLst>
                  <a:outerShdw blurRad="38100" dist="38100" dir="2700000" algn="tl">
                    <a:srgbClr val="000000"/>
                  </a:outerShdw>
                </a:effectLst>
                <a:latin typeface="宋体" pitchFamily="2" charset="-122"/>
              </a:rPr>
              <a:t>i</a:t>
            </a:r>
            <a:r>
              <a:rPr lang="en-US" altLang="zh-CN" b="1" dirty="0">
                <a:effectLst>
                  <a:outerShdw blurRad="38100" dist="38100" dir="2700000" algn="tl">
                    <a:srgbClr val="000000"/>
                  </a:outerShdw>
                </a:effectLst>
                <a:latin typeface="宋体" pitchFamily="2" charset="-122"/>
              </a:rPr>
              <a:t>; char c; float x; </a:t>
            </a:r>
          </a:p>
          <a:p>
            <a:pPr marL="536575" indent="-536575">
              <a:buFont typeface="Monotype Sorts" pitchFamily="2" charset="2"/>
              <a:buNone/>
            </a:pPr>
            <a:r>
              <a:rPr lang="en-US" altLang="zh-CN" b="1" dirty="0">
                <a:effectLst>
                  <a:outerShdw blurRad="38100" dist="38100" dir="2700000" algn="tl">
                    <a:srgbClr val="000000"/>
                  </a:outerShdw>
                </a:effectLst>
                <a:latin typeface="宋体" pitchFamily="2" charset="-122"/>
              </a:rPr>
              <a:t> </a:t>
            </a:r>
            <a:r>
              <a:rPr lang="en-US" altLang="zh-CN" b="1" dirty="0" err="1">
                <a:effectLst>
                  <a:outerShdw blurRad="38100" dist="38100" dir="2700000" algn="tl">
                    <a:srgbClr val="000000"/>
                  </a:outerShdw>
                </a:effectLst>
                <a:latin typeface="宋体" pitchFamily="2" charset="-122"/>
              </a:rPr>
              <a:t>scanf</a:t>
            </a:r>
            <a:r>
              <a:rPr lang="en-US" altLang="zh-CN" b="1" dirty="0">
                <a:effectLst>
                  <a:outerShdw blurRad="38100" dist="38100" dir="2700000" algn="tl">
                    <a:srgbClr val="000000"/>
                  </a:outerShdw>
                </a:effectLst>
                <a:latin typeface="宋体" pitchFamily="2" charset="-122"/>
              </a:rPr>
              <a:t>("%</a:t>
            </a:r>
            <a:r>
              <a:rPr lang="en-US" altLang="zh-CN" b="1" dirty="0" err="1">
                <a:effectLst>
                  <a:outerShdw blurRad="38100" dist="38100" dir="2700000" algn="tl">
                    <a:srgbClr val="000000"/>
                  </a:outerShdw>
                </a:effectLst>
                <a:latin typeface="宋体" pitchFamily="2" charset="-122"/>
              </a:rPr>
              <a:t>d%c%f</a:t>
            </a:r>
            <a:r>
              <a:rPr lang="en-US" altLang="zh-CN" b="1" dirty="0">
                <a:effectLst>
                  <a:outerShdw blurRad="38100" dist="38100" dir="2700000" algn="tl">
                    <a:srgbClr val="000000"/>
                  </a:outerShdw>
                </a:effectLst>
                <a:latin typeface="宋体" pitchFamily="2" charset="-122"/>
              </a:rPr>
              <a:t>", &amp;</a:t>
            </a:r>
            <a:r>
              <a:rPr lang="en-US" altLang="zh-CN" b="1" dirty="0" err="1">
                <a:effectLst>
                  <a:outerShdw blurRad="38100" dist="38100" dir="2700000" algn="tl">
                    <a:srgbClr val="000000"/>
                  </a:outerShdw>
                </a:effectLst>
                <a:latin typeface="宋体" pitchFamily="2" charset="-122"/>
              </a:rPr>
              <a:t>i</a:t>
            </a:r>
            <a:r>
              <a:rPr lang="en-US" altLang="zh-CN" b="1" dirty="0">
                <a:effectLst>
                  <a:outerShdw blurRad="38100" dist="38100" dir="2700000" algn="tl">
                    <a:srgbClr val="000000"/>
                  </a:outerShdw>
                </a:effectLst>
                <a:latin typeface="宋体" pitchFamily="2" charset="-122"/>
              </a:rPr>
              <a:t>, &amp;c, &amp;x)</a:t>
            </a:r>
          </a:p>
          <a:p>
            <a:pPr marL="536575" indent="-536575">
              <a:buFont typeface="Monotype Sorts" pitchFamily="2" charset="2"/>
              <a:buNone/>
            </a:pPr>
            <a:r>
              <a:rPr lang="zh-CN" altLang="en-US" b="1" dirty="0">
                <a:solidFill>
                  <a:srgbClr val="0000FF"/>
                </a:solidFill>
                <a:effectLst>
                  <a:outerShdw blurRad="38100" dist="38100" dir="2700000" algn="tl">
                    <a:srgbClr val="000000"/>
                  </a:outerShdw>
                </a:effectLst>
                <a:latin typeface="宋体" pitchFamily="2" charset="-122"/>
              </a:rPr>
              <a:t>若输入字符为：</a:t>
            </a:r>
            <a:r>
              <a:rPr lang="en-US" altLang="zh-CN" b="1" dirty="0">
                <a:effectLst>
                  <a:outerShdw blurRad="38100" dist="38100" dir="2700000" algn="tl">
                    <a:srgbClr val="000000"/>
                  </a:outerShdw>
                </a:effectLst>
                <a:latin typeface="宋体" pitchFamily="2" charset="-122"/>
              </a:rPr>
              <a:t>123a123x.26</a:t>
            </a:r>
          </a:p>
          <a:p>
            <a:pPr marL="536575" indent="-536575">
              <a:buFont typeface="Monotype Sorts" pitchFamily="2" charset="2"/>
              <a:buNone/>
            </a:pPr>
            <a:r>
              <a:rPr lang="zh-CN" altLang="en-US" b="1" dirty="0">
                <a:solidFill>
                  <a:srgbClr val="0000FF"/>
                </a:solidFill>
                <a:effectLst>
                  <a:outerShdw blurRad="38100" dist="38100" dir="2700000" algn="tl">
                    <a:srgbClr val="000000"/>
                  </a:outerShdw>
                </a:effectLst>
                <a:latin typeface="宋体" pitchFamily="2" charset="-122"/>
              </a:rPr>
              <a:t>则：</a:t>
            </a:r>
            <a:r>
              <a:rPr lang="zh-CN" altLang="en-US" b="1" dirty="0">
                <a:effectLst>
                  <a:outerShdw blurRad="38100" dist="38100" dir="2700000" algn="tl">
                    <a:srgbClr val="000000"/>
                  </a:outerShdw>
                </a:effectLst>
                <a:latin typeface="宋体" pitchFamily="2" charset="-122"/>
              </a:rPr>
              <a:t>变量</a:t>
            </a:r>
            <a:r>
              <a:rPr lang="en-US" altLang="zh-CN" b="1" dirty="0" err="1">
                <a:effectLst>
                  <a:outerShdw blurRad="38100" dist="38100" dir="2700000" algn="tl">
                    <a:srgbClr val="000000"/>
                  </a:outerShdw>
                </a:effectLst>
                <a:latin typeface="宋体" pitchFamily="2" charset="-122"/>
              </a:rPr>
              <a:t>i</a:t>
            </a:r>
            <a:r>
              <a:rPr lang="zh-CN" altLang="en-US" b="1" dirty="0">
                <a:effectLst>
                  <a:outerShdw blurRad="38100" dist="38100" dir="2700000" algn="tl">
                    <a:srgbClr val="000000"/>
                  </a:outerShdw>
                </a:effectLst>
                <a:latin typeface="宋体" pitchFamily="2" charset="-122"/>
              </a:rPr>
              <a:t>为</a:t>
            </a:r>
            <a:r>
              <a:rPr lang="en-US" altLang="zh-CN" b="1" dirty="0">
                <a:effectLst>
                  <a:outerShdw blurRad="38100" dist="38100" dir="2700000" algn="tl">
                    <a:srgbClr val="000000"/>
                  </a:outerShdw>
                </a:effectLst>
                <a:latin typeface="宋体" pitchFamily="2" charset="-122"/>
              </a:rPr>
              <a:t>123</a:t>
            </a:r>
            <a:r>
              <a:rPr lang="zh-CN" altLang="en-US" b="1" dirty="0">
                <a:effectLst>
                  <a:outerShdw blurRad="38100" dist="38100" dir="2700000" algn="tl">
                    <a:srgbClr val="000000"/>
                  </a:outerShdw>
                </a:effectLst>
                <a:latin typeface="宋体" pitchFamily="2" charset="-122"/>
              </a:rPr>
              <a:t>，变量</a:t>
            </a:r>
            <a:r>
              <a:rPr lang="en-US" altLang="zh-CN" b="1" dirty="0">
                <a:effectLst>
                  <a:outerShdw blurRad="38100" dist="38100" dir="2700000" algn="tl">
                    <a:srgbClr val="000000"/>
                  </a:outerShdw>
                </a:effectLst>
                <a:latin typeface="宋体" pitchFamily="2" charset="-122"/>
              </a:rPr>
              <a:t>c</a:t>
            </a:r>
            <a:r>
              <a:rPr lang="zh-CN" altLang="en-US" b="1" dirty="0">
                <a:effectLst>
                  <a:outerShdw blurRad="38100" dist="38100" dir="2700000" algn="tl">
                    <a:srgbClr val="000000"/>
                  </a:outerShdw>
                </a:effectLst>
                <a:latin typeface="宋体" pitchFamily="2" charset="-122"/>
              </a:rPr>
              <a:t>为字符</a:t>
            </a:r>
            <a:r>
              <a:rPr lang="en-US" altLang="zh-CN" b="1" dirty="0">
                <a:effectLst>
                  <a:outerShdw blurRad="38100" dist="38100" dir="2700000" algn="tl">
                    <a:srgbClr val="000000"/>
                  </a:outerShdw>
                </a:effectLst>
                <a:latin typeface="宋体" pitchFamily="2" charset="-122"/>
              </a:rPr>
              <a:t>a</a:t>
            </a:r>
            <a:r>
              <a:rPr lang="zh-CN" altLang="en-US" b="1" dirty="0">
                <a:effectLst>
                  <a:outerShdw blurRad="38100" dist="38100" dir="2700000" algn="tl">
                    <a:srgbClr val="000000"/>
                  </a:outerShdw>
                </a:effectLst>
                <a:latin typeface="宋体" pitchFamily="2" charset="-122"/>
              </a:rPr>
              <a:t>，变量</a:t>
            </a:r>
            <a:r>
              <a:rPr lang="en-US" altLang="zh-CN" b="1" dirty="0">
                <a:effectLst>
                  <a:outerShdw blurRad="38100" dist="38100" dir="2700000" algn="tl">
                    <a:srgbClr val="000000"/>
                  </a:outerShdw>
                </a:effectLst>
                <a:latin typeface="宋体" pitchFamily="2" charset="-122"/>
              </a:rPr>
              <a:t>x</a:t>
            </a:r>
            <a:r>
              <a:rPr lang="zh-CN" altLang="en-US" b="1" dirty="0">
                <a:effectLst>
                  <a:outerShdw blurRad="38100" dist="38100" dir="2700000" algn="tl">
                    <a:srgbClr val="000000"/>
                  </a:outerShdw>
                </a:effectLst>
                <a:latin typeface="宋体" pitchFamily="2" charset="-122"/>
              </a:rPr>
              <a:t>为</a:t>
            </a:r>
            <a:r>
              <a:rPr lang="en-US" altLang="zh-CN" b="1" dirty="0">
                <a:effectLst>
                  <a:outerShdw blurRad="38100" dist="38100" dir="2700000" algn="tl">
                    <a:srgbClr val="000000"/>
                  </a:outerShdw>
                </a:effectLst>
                <a:latin typeface="宋体" pitchFamily="2" charset="-122"/>
              </a:rPr>
              <a:t>123.0</a:t>
            </a:r>
            <a:r>
              <a:rPr lang="zh-CN" altLang="en-US" b="1" dirty="0">
                <a:effectLst>
                  <a:outerShdw blurRad="38100" dist="38100" dir="2700000" algn="tl">
                    <a:srgbClr val="000000"/>
                  </a:outerShdw>
                </a:effectLst>
                <a:latin typeface="宋体" pitchFamily="2" charset="-122"/>
              </a:rPr>
              <a:t>。</a:t>
            </a:r>
          </a:p>
          <a:p>
            <a:pPr marL="536575" indent="-536575">
              <a:buFont typeface="Monotype Sorts" pitchFamily="2" charset="2"/>
              <a:buNone/>
            </a:pPr>
            <a:endParaRPr lang="zh-CN" altLang="en-US" b="1" dirty="0">
              <a:effectLst>
                <a:outerShdw blurRad="38100" dist="38100" dir="2700000" algn="tl">
                  <a:srgbClr val="000000"/>
                </a:outerShdw>
              </a:effectLst>
              <a:latin typeface="宋体" pitchFamily="2" charset="-122"/>
            </a:endParaRPr>
          </a:p>
          <a:p>
            <a:pPr marL="536575" indent="-536575">
              <a:buFont typeface="Monotype Sorts" pitchFamily="2" charset="2"/>
              <a:buNone/>
            </a:pPr>
            <a:r>
              <a:rPr lang="en-US" altLang="zh-CN" b="1" dirty="0" err="1">
                <a:effectLst>
                  <a:outerShdw blurRad="38100" dist="38100" dir="2700000" algn="tl">
                    <a:srgbClr val="000000"/>
                  </a:outerShdw>
                </a:effectLst>
                <a:latin typeface="宋体" pitchFamily="2" charset="-122"/>
              </a:rPr>
              <a:t>int</a:t>
            </a:r>
            <a:r>
              <a:rPr lang="en-US" altLang="zh-CN" b="1" dirty="0">
                <a:effectLst>
                  <a:outerShdw blurRad="38100" dist="38100" dir="2700000" algn="tl">
                    <a:srgbClr val="000000"/>
                  </a:outerShdw>
                </a:effectLst>
                <a:latin typeface="宋体" pitchFamily="2" charset="-122"/>
              </a:rPr>
              <a:t> </a:t>
            </a:r>
            <a:r>
              <a:rPr lang="en-US" altLang="zh-CN" b="1" dirty="0" err="1">
                <a:effectLst>
                  <a:outerShdw blurRad="38100" dist="38100" dir="2700000" algn="tl">
                    <a:srgbClr val="000000"/>
                  </a:outerShdw>
                </a:effectLst>
                <a:latin typeface="宋体" pitchFamily="2" charset="-122"/>
              </a:rPr>
              <a:t>i</a:t>
            </a:r>
            <a:r>
              <a:rPr lang="en-US" altLang="zh-CN" b="1" dirty="0">
                <a:effectLst>
                  <a:outerShdw blurRad="38100" dist="38100" dir="2700000" algn="tl">
                    <a:srgbClr val="000000"/>
                  </a:outerShdw>
                </a:effectLst>
                <a:latin typeface="宋体" pitchFamily="2" charset="-122"/>
              </a:rPr>
              <a:t>, j;</a:t>
            </a:r>
          </a:p>
          <a:p>
            <a:pPr marL="536575" indent="-536575">
              <a:buFont typeface="Monotype Sorts" pitchFamily="2" charset="2"/>
              <a:buNone/>
            </a:pPr>
            <a:r>
              <a:rPr lang="en-US" altLang="zh-CN" b="1" dirty="0" err="1">
                <a:effectLst>
                  <a:outerShdw blurRad="38100" dist="38100" dir="2700000" algn="tl">
                    <a:srgbClr val="000000"/>
                  </a:outerShdw>
                </a:effectLst>
                <a:latin typeface="宋体" pitchFamily="2" charset="-122"/>
              </a:rPr>
              <a:t>scanf</a:t>
            </a:r>
            <a:r>
              <a:rPr lang="en-US" altLang="zh-CN" b="1" dirty="0">
                <a:effectLst>
                  <a:outerShdw blurRad="38100" dist="38100" dir="2700000" algn="tl">
                    <a:srgbClr val="000000"/>
                  </a:outerShdw>
                </a:effectLst>
                <a:latin typeface="宋体" pitchFamily="2" charset="-122"/>
              </a:rPr>
              <a:t>("%3d%*4d%d", &amp;</a:t>
            </a:r>
            <a:r>
              <a:rPr lang="en-US" altLang="zh-CN" b="1" dirty="0" err="1">
                <a:effectLst>
                  <a:outerShdw blurRad="38100" dist="38100" dir="2700000" algn="tl">
                    <a:srgbClr val="000000"/>
                  </a:outerShdw>
                </a:effectLst>
                <a:latin typeface="宋体" pitchFamily="2" charset="-122"/>
              </a:rPr>
              <a:t>i</a:t>
            </a:r>
            <a:r>
              <a:rPr lang="en-US" altLang="zh-CN" b="1" dirty="0">
                <a:effectLst>
                  <a:outerShdw blurRad="38100" dist="38100" dir="2700000" algn="tl">
                    <a:srgbClr val="000000"/>
                  </a:outerShdw>
                </a:effectLst>
                <a:latin typeface="宋体" pitchFamily="2" charset="-122"/>
              </a:rPr>
              <a:t>, &amp;j)</a:t>
            </a:r>
          </a:p>
          <a:p>
            <a:pPr marL="536575" indent="-536575">
              <a:buFont typeface="Monotype Sorts" pitchFamily="2" charset="2"/>
              <a:buNone/>
            </a:pPr>
            <a:r>
              <a:rPr lang="zh-CN" altLang="en-US" b="1" dirty="0">
                <a:solidFill>
                  <a:srgbClr val="0000FF"/>
                </a:solidFill>
                <a:effectLst>
                  <a:outerShdw blurRad="38100" dist="38100" dir="2700000" algn="tl">
                    <a:srgbClr val="000000"/>
                  </a:outerShdw>
                </a:effectLst>
                <a:latin typeface="宋体" pitchFamily="2" charset="-122"/>
              </a:rPr>
              <a:t>若输入字符为：</a:t>
            </a:r>
            <a:r>
              <a:rPr lang="en-US" altLang="zh-CN" b="1" dirty="0">
                <a:effectLst>
                  <a:outerShdw blurRad="38100" dist="38100" dir="2700000" algn="tl">
                    <a:srgbClr val="000000"/>
                  </a:outerShdw>
                </a:effectLst>
                <a:latin typeface="宋体" pitchFamily="2" charset="-122"/>
              </a:rPr>
              <a:t>123</a:t>
            </a:r>
            <a:r>
              <a:rPr lang="en-US" altLang="zh-CN" b="1" dirty="0">
                <a:solidFill>
                  <a:srgbClr val="CC0000"/>
                </a:solidFill>
                <a:effectLst>
                  <a:outerShdw blurRad="38100" dist="38100" dir="2700000" algn="tl">
                    <a:srgbClr val="000000"/>
                  </a:outerShdw>
                </a:effectLst>
                <a:latin typeface="宋体" pitchFamily="2" charset="-122"/>
              </a:rPr>
              <a:t>456</a:t>
            </a:r>
            <a:r>
              <a:rPr lang="en-US" altLang="zh-CN" b="1" dirty="0">
                <a:effectLst>
                  <a:outerShdw blurRad="38100" dist="38100" dir="2700000" algn="tl">
                    <a:srgbClr val="000000"/>
                  </a:outerShdw>
                </a:effectLst>
                <a:latin typeface="宋体" pitchFamily="2" charset="-122"/>
              </a:rPr>
              <a:t>  78</a:t>
            </a:r>
          </a:p>
          <a:p>
            <a:pPr marL="536575" indent="-536575">
              <a:buFont typeface="Monotype Sorts" pitchFamily="2" charset="2"/>
              <a:buNone/>
            </a:pPr>
            <a:r>
              <a:rPr lang="zh-CN" altLang="en-US" b="1" dirty="0">
                <a:solidFill>
                  <a:srgbClr val="0000FF"/>
                </a:solidFill>
                <a:effectLst>
                  <a:outerShdw blurRad="38100" dist="38100" dir="2700000" algn="tl">
                    <a:srgbClr val="000000"/>
                  </a:outerShdw>
                </a:effectLst>
                <a:latin typeface="宋体" pitchFamily="2" charset="-122"/>
              </a:rPr>
              <a:t>则：</a:t>
            </a:r>
            <a:r>
              <a:rPr lang="zh-CN" altLang="en-US" b="1" dirty="0">
                <a:effectLst>
                  <a:outerShdw blurRad="38100" dist="38100" dir="2700000" algn="tl">
                    <a:srgbClr val="000000"/>
                  </a:outerShdw>
                </a:effectLst>
                <a:latin typeface="宋体" pitchFamily="2" charset="-122"/>
              </a:rPr>
              <a:t> 变量</a:t>
            </a:r>
            <a:r>
              <a:rPr lang="en-US" altLang="zh-CN" b="1" dirty="0" err="1">
                <a:effectLst>
                  <a:outerShdw blurRad="38100" dist="38100" dir="2700000" algn="tl">
                    <a:srgbClr val="000000"/>
                  </a:outerShdw>
                </a:effectLst>
                <a:latin typeface="宋体" pitchFamily="2" charset="-122"/>
              </a:rPr>
              <a:t>i</a:t>
            </a:r>
            <a:r>
              <a:rPr lang="zh-CN" altLang="en-US" b="1" dirty="0">
                <a:effectLst>
                  <a:outerShdw blurRad="38100" dist="38100" dir="2700000" algn="tl">
                    <a:srgbClr val="000000"/>
                  </a:outerShdw>
                </a:effectLst>
                <a:latin typeface="宋体" pitchFamily="2" charset="-122"/>
              </a:rPr>
              <a:t>为</a:t>
            </a:r>
            <a:r>
              <a:rPr lang="en-US" altLang="zh-CN" b="1" dirty="0">
                <a:effectLst>
                  <a:outerShdw blurRad="38100" dist="38100" dir="2700000" algn="tl">
                    <a:srgbClr val="000000"/>
                  </a:outerShdw>
                </a:effectLst>
                <a:latin typeface="宋体" pitchFamily="2" charset="-122"/>
              </a:rPr>
              <a:t>123</a:t>
            </a:r>
            <a:r>
              <a:rPr lang="zh-CN" altLang="en-US" b="1" dirty="0">
                <a:effectLst>
                  <a:outerShdw blurRad="38100" dist="38100" dir="2700000" algn="tl">
                    <a:srgbClr val="000000"/>
                  </a:outerShdw>
                </a:effectLst>
                <a:latin typeface="宋体" pitchFamily="2" charset="-122"/>
              </a:rPr>
              <a:t>，</a:t>
            </a:r>
            <a:r>
              <a:rPr lang="en-US" altLang="zh-CN" b="1" dirty="0">
                <a:effectLst>
                  <a:outerShdw blurRad="38100" dist="38100" dir="2700000" algn="tl">
                    <a:srgbClr val="000000"/>
                  </a:outerShdw>
                </a:effectLst>
                <a:latin typeface="宋体" pitchFamily="2" charset="-122"/>
              </a:rPr>
              <a:t>j</a:t>
            </a:r>
            <a:r>
              <a:rPr lang="zh-CN" altLang="en-US" b="1" dirty="0">
                <a:effectLst>
                  <a:outerShdw blurRad="38100" dist="38100" dir="2700000" algn="tl">
                    <a:srgbClr val="000000"/>
                  </a:outerShdw>
                </a:effectLst>
                <a:latin typeface="宋体" pitchFamily="2" charset="-122"/>
              </a:rPr>
              <a:t>为</a:t>
            </a:r>
            <a:r>
              <a:rPr lang="en-US" altLang="zh-CN" b="1" dirty="0">
                <a:effectLst>
                  <a:outerShdw blurRad="38100" dist="38100" dir="2700000" algn="tl">
                    <a:srgbClr val="000000"/>
                  </a:outerShdw>
                </a:effectLst>
                <a:latin typeface="宋体" pitchFamily="2" charset="-122"/>
              </a:rPr>
              <a:t>78</a:t>
            </a:r>
            <a:r>
              <a:rPr lang="zh-CN" altLang="en-US" b="1" dirty="0">
                <a:effectLst>
                  <a:outerShdw blurRad="38100" dist="38100" dir="2700000" algn="tl">
                    <a:srgbClr val="000000"/>
                  </a:outerShdw>
                </a:effectLst>
                <a:latin typeface="宋体" pitchFamily="2" charset="-122"/>
              </a:rPr>
              <a:t>。其中数据 </a:t>
            </a:r>
            <a:r>
              <a:rPr lang="en-US" altLang="zh-CN" b="1" dirty="0">
                <a:effectLst>
                  <a:outerShdw blurRad="38100" dist="38100" dir="2700000" algn="tl">
                    <a:srgbClr val="000000"/>
                  </a:outerShdw>
                </a:effectLst>
                <a:latin typeface="宋体" pitchFamily="2" charset="-122"/>
              </a:rPr>
              <a:t>456 </a:t>
            </a:r>
            <a:r>
              <a:rPr lang="zh-CN" altLang="en-US" b="1" dirty="0">
                <a:effectLst>
                  <a:outerShdw blurRad="38100" dist="38100" dir="2700000" algn="tl">
                    <a:srgbClr val="000000"/>
                  </a:outerShdw>
                </a:effectLst>
                <a:latin typeface="宋体" pitchFamily="2" charset="-122"/>
              </a:rPr>
              <a:t>因赋值抑制符*的作用被跳过。</a:t>
            </a:r>
          </a:p>
        </p:txBody>
      </p:sp>
      <p:sp>
        <p:nvSpPr>
          <p:cNvPr id="5" name="灯片编号占位符 5"/>
          <p:cNvSpPr>
            <a:spLocks noGrp="1"/>
          </p:cNvSpPr>
          <p:nvPr>
            <p:ph type="sldNum" sz="quarter" idx="12"/>
          </p:nvPr>
        </p:nvSpPr>
        <p:spPr/>
        <p:txBody>
          <a:bodyPr/>
          <a:lstStyle/>
          <a:p>
            <a:fld id="{FC3DA5E1-629F-4DA0-94D2-45486F285F83}" type="slidenum">
              <a:rPr lang="en-US" altLang="zh-CN"/>
              <a:pPr/>
              <a:t>50</a:t>
            </a:fld>
            <a:endParaRPr lang="en-US" altLang="zh-CN"/>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416D1FC5-F7D9-4268-BA7D-D9C7D9C3279D}"/>
              </a:ext>
            </a:extLst>
          </p:cNvPr>
          <p:cNvSpPr>
            <a:spLocks noGrp="1"/>
          </p:cNvSpPr>
          <p:nvPr>
            <p:ph type="title"/>
          </p:nvPr>
        </p:nvSpPr>
        <p:spPr>
          <a:xfrm>
            <a:off x="251520" y="188640"/>
            <a:ext cx="8229600" cy="1143000"/>
          </a:xfrm>
        </p:spPr>
        <p:txBody>
          <a:bodyPr/>
          <a:lstStyle/>
          <a:p>
            <a:r>
              <a:rPr lang="zh-CN" altLang="en-US" dirty="0"/>
              <a:t>习题精讲</a:t>
            </a:r>
          </a:p>
        </p:txBody>
      </p:sp>
      <p:pic>
        <p:nvPicPr>
          <p:cNvPr id="5" name="图片 4">
            <a:extLst>
              <a:ext uri="{FF2B5EF4-FFF2-40B4-BE49-F238E27FC236}">
                <a16:creationId xmlns:a16="http://schemas.microsoft.com/office/drawing/2014/main" id="{61D0AF13-3FCF-4C27-AADD-6E734E46A38E}"/>
              </a:ext>
            </a:extLst>
          </p:cNvPr>
          <p:cNvPicPr>
            <a:picLocks noChangeAspect="1"/>
          </p:cNvPicPr>
          <p:nvPr/>
        </p:nvPicPr>
        <p:blipFill>
          <a:blip r:embed="rId2"/>
          <a:stretch>
            <a:fillRect/>
          </a:stretch>
        </p:blipFill>
        <p:spPr>
          <a:xfrm>
            <a:off x="280990" y="1484784"/>
            <a:ext cx="9007988" cy="4896544"/>
          </a:xfrm>
          <a:prstGeom prst="rect">
            <a:avLst/>
          </a:prstGeom>
        </p:spPr>
      </p:pic>
      <p:sp>
        <p:nvSpPr>
          <p:cNvPr id="6" name="矩形 5">
            <a:extLst>
              <a:ext uri="{FF2B5EF4-FFF2-40B4-BE49-F238E27FC236}">
                <a16:creationId xmlns:a16="http://schemas.microsoft.com/office/drawing/2014/main" id="{DF71BAAB-9BFA-48EE-8607-BD6E0FBDE84E}"/>
              </a:ext>
            </a:extLst>
          </p:cNvPr>
          <p:cNvSpPr/>
          <p:nvPr/>
        </p:nvSpPr>
        <p:spPr>
          <a:xfrm>
            <a:off x="3491880" y="1484784"/>
            <a:ext cx="504056" cy="360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67CF0BB0-D444-458C-A91F-096E062C842B}"/>
              </a:ext>
            </a:extLst>
          </p:cNvPr>
          <p:cNvSpPr/>
          <p:nvPr/>
        </p:nvSpPr>
        <p:spPr>
          <a:xfrm>
            <a:off x="6732240" y="3501008"/>
            <a:ext cx="504056" cy="360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4B2AB004-2396-40D0-842F-16FD7CD0EB34}"/>
              </a:ext>
            </a:extLst>
          </p:cNvPr>
          <p:cNvSpPr/>
          <p:nvPr/>
        </p:nvSpPr>
        <p:spPr>
          <a:xfrm>
            <a:off x="7164288" y="4761148"/>
            <a:ext cx="504056" cy="360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E1F9F74F-1CB5-444D-BC3D-DA23002A7460}"/>
              </a:ext>
            </a:extLst>
          </p:cNvPr>
          <p:cNvSpPr/>
          <p:nvPr/>
        </p:nvSpPr>
        <p:spPr>
          <a:xfrm>
            <a:off x="6912260" y="5571238"/>
            <a:ext cx="504056" cy="360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33968136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a:extLst>
              <a:ext uri="{FF2B5EF4-FFF2-40B4-BE49-F238E27FC236}">
                <a16:creationId xmlns:a16="http://schemas.microsoft.com/office/drawing/2014/main" id="{C52E6CBD-5C95-41CA-98FC-453233618B50}"/>
              </a:ext>
            </a:extLst>
          </p:cNvPr>
          <p:cNvSpPr>
            <a:spLocks noGrp="1"/>
          </p:cNvSpPr>
          <p:nvPr>
            <p:ph type="title"/>
          </p:nvPr>
        </p:nvSpPr>
        <p:spPr>
          <a:xfrm>
            <a:off x="395536" y="404664"/>
            <a:ext cx="8229600" cy="1143000"/>
          </a:xfrm>
        </p:spPr>
        <p:txBody>
          <a:bodyPr/>
          <a:lstStyle/>
          <a:p>
            <a:r>
              <a:rPr lang="zh-CN" altLang="en-US" dirty="0"/>
              <a:t>习题精讲</a:t>
            </a:r>
          </a:p>
        </p:txBody>
      </p:sp>
      <p:pic>
        <p:nvPicPr>
          <p:cNvPr id="4" name="图片 3">
            <a:extLst>
              <a:ext uri="{FF2B5EF4-FFF2-40B4-BE49-F238E27FC236}">
                <a16:creationId xmlns:a16="http://schemas.microsoft.com/office/drawing/2014/main" id="{FD91EA5A-FD76-4AE9-9F2B-B932BD8A841D}"/>
              </a:ext>
            </a:extLst>
          </p:cNvPr>
          <p:cNvPicPr>
            <a:picLocks noChangeAspect="1"/>
          </p:cNvPicPr>
          <p:nvPr/>
        </p:nvPicPr>
        <p:blipFill>
          <a:blip r:embed="rId2"/>
          <a:stretch>
            <a:fillRect/>
          </a:stretch>
        </p:blipFill>
        <p:spPr>
          <a:xfrm>
            <a:off x="251520" y="1919942"/>
            <a:ext cx="8655722" cy="4176464"/>
          </a:xfrm>
          <a:prstGeom prst="rect">
            <a:avLst/>
          </a:prstGeom>
        </p:spPr>
      </p:pic>
      <p:sp>
        <p:nvSpPr>
          <p:cNvPr id="6" name="矩形 5">
            <a:extLst>
              <a:ext uri="{FF2B5EF4-FFF2-40B4-BE49-F238E27FC236}">
                <a16:creationId xmlns:a16="http://schemas.microsoft.com/office/drawing/2014/main" id="{AC0E5F34-59DF-462C-9A0A-00C05256CBA6}"/>
              </a:ext>
            </a:extLst>
          </p:cNvPr>
          <p:cNvSpPr/>
          <p:nvPr/>
        </p:nvSpPr>
        <p:spPr>
          <a:xfrm>
            <a:off x="7308304" y="1932534"/>
            <a:ext cx="504056" cy="360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矩形 6">
            <a:extLst>
              <a:ext uri="{FF2B5EF4-FFF2-40B4-BE49-F238E27FC236}">
                <a16:creationId xmlns:a16="http://schemas.microsoft.com/office/drawing/2014/main" id="{639124B1-BF8C-47DF-9961-9DD509DAB49B}"/>
              </a:ext>
            </a:extLst>
          </p:cNvPr>
          <p:cNvSpPr/>
          <p:nvPr/>
        </p:nvSpPr>
        <p:spPr>
          <a:xfrm>
            <a:off x="5220072" y="2780928"/>
            <a:ext cx="504056" cy="360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8" name="矩形 7">
            <a:extLst>
              <a:ext uri="{FF2B5EF4-FFF2-40B4-BE49-F238E27FC236}">
                <a16:creationId xmlns:a16="http://schemas.microsoft.com/office/drawing/2014/main" id="{F8026D2C-B150-4999-8D9C-CDD89F4146B0}"/>
              </a:ext>
            </a:extLst>
          </p:cNvPr>
          <p:cNvSpPr/>
          <p:nvPr/>
        </p:nvSpPr>
        <p:spPr>
          <a:xfrm>
            <a:off x="5580112" y="3573016"/>
            <a:ext cx="504056" cy="360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矩形 8">
            <a:extLst>
              <a:ext uri="{FF2B5EF4-FFF2-40B4-BE49-F238E27FC236}">
                <a16:creationId xmlns:a16="http://schemas.microsoft.com/office/drawing/2014/main" id="{0DF55E20-F781-4D12-9B86-CFF00FF098CB}"/>
              </a:ext>
            </a:extLst>
          </p:cNvPr>
          <p:cNvSpPr/>
          <p:nvPr/>
        </p:nvSpPr>
        <p:spPr>
          <a:xfrm>
            <a:off x="4172073" y="4437112"/>
            <a:ext cx="504056" cy="360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0" name="矩形 9">
            <a:extLst>
              <a:ext uri="{FF2B5EF4-FFF2-40B4-BE49-F238E27FC236}">
                <a16:creationId xmlns:a16="http://schemas.microsoft.com/office/drawing/2014/main" id="{E55F972B-2FED-432B-B83F-7DE216D559C0}"/>
              </a:ext>
            </a:extLst>
          </p:cNvPr>
          <p:cNvSpPr/>
          <p:nvPr/>
        </p:nvSpPr>
        <p:spPr>
          <a:xfrm>
            <a:off x="4391980" y="5227371"/>
            <a:ext cx="504056" cy="36004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extLst>
      <p:ext uri="{BB962C8B-B14F-4D97-AF65-F5344CB8AC3E}">
        <p14:creationId xmlns:p14="http://schemas.microsoft.com/office/powerpoint/2010/main" val="12090672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hidden"/>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hidden"/>
                                      </p:to>
                                    </p:set>
                                  </p:childTnLst>
                                </p:cTn>
                              </p:par>
                            </p:childTnLst>
                          </p:cTn>
                        </p:par>
                      </p:childTnLst>
                    </p:cTn>
                  </p:par>
                  <p:par>
                    <p:cTn id="11" fill="hold">
                      <p:stCondLst>
                        <p:cond delay="indefinite"/>
                      </p:stCondLst>
                      <p:childTnLst>
                        <p:par>
                          <p:cTn id="12" fill="hold">
                            <p:stCondLst>
                              <p:cond delay="0"/>
                            </p:stCondLst>
                            <p:childTnLst>
                              <p:par>
                                <p:cTn id="13" presetID="1" presetClass="exit" presetSubtype="0" fill="hold" grpId="0" nodeType="clickEffect">
                                  <p:stCondLst>
                                    <p:cond delay="0"/>
                                  </p:stCondLst>
                                  <p:childTnLst>
                                    <p:set>
                                      <p:cBhvr>
                                        <p:cTn id="14" dur="1" fill="hold">
                                          <p:stCondLst>
                                            <p:cond delay="0"/>
                                          </p:stCondLst>
                                        </p:cTn>
                                        <p:tgtEl>
                                          <p:spTgt spid="8"/>
                                        </p:tgtEl>
                                        <p:attrNameLst>
                                          <p:attrName>style.visibility</p:attrName>
                                        </p:attrNameLst>
                                      </p:cBhvr>
                                      <p:to>
                                        <p:strVal val="hidden"/>
                                      </p:to>
                                    </p:set>
                                  </p:childTnLst>
                                </p:cTn>
                              </p:par>
                            </p:childTnLst>
                          </p:cTn>
                        </p:par>
                      </p:childTnLst>
                    </p:cTn>
                  </p:par>
                  <p:par>
                    <p:cTn id="15" fill="hold">
                      <p:stCondLst>
                        <p:cond delay="indefinite"/>
                      </p:stCondLst>
                      <p:childTnLst>
                        <p:par>
                          <p:cTn id="16" fill="hold">
                            <p:stCondLst>
                              <p:cond delay="0"/>
                            </p:stCondLst>
                            <p:childTnLst>
                              <p:par>
                                <p:cTn id="17" presetID="1" presetClass="exit" presetSubtype="0" fill="hold" grpId="0" nodeType="clickEffect">
                                  <p:stCondLst>
                                    <p:cond delay="0"/>
                                  </p:stCondLst>
                                  <p:childTnLst>
                                    <p:set>
                                      <p:cBhvr>
                                        <p:cTn id="18" dur="1" fill="hold">
                                          <p:stCondLst>
                                            <p:cond delay="0"/>
                                          </p:stCondLst>
                                        </p:cTn>
                                        <p:tgtEl>
                                          <p:spTgt spid="9"/>
                                        </p:tgtEl>
                                        <p:attrNameLst>
                                          <p:attrName>style.visibility</p:attrName>
                                        </p:attrNameLst>
                                      </p:cBhvr>
                                      <p:to>
                                        <p:strVal val="hidden"/>
                                      </p:to>
                                    </p:set>
                                  </p:childTnLst>
                                </p:cTn>
                              </p:par>
                            </p:childTnLst>
                          </p:cTn>
                        </p:par>
                      </p:childTnLst>
                    </p:cTn>
                  </p:par>
                  <p:par>
                    <p:cTn id="19" fill="hold">
                      <p:stCondLst>
                        <p:cond delay="indefinite"/>
                      </p:stCondLst>
                      <p:childTnLst>
                        <p:par>
                          <p:cTn id="20" fill="hold">
                            <p:stCondLst>
                              <p:cond delay="0"/>
                            </p:stCondLst>
                            <p:childTnLst>
                              <p:par>
                                <p:cTn id="21" presetID="1" presetClass="exit" presetSubtype="0" fill="hold" grpId="0" nodeType="clickEffect">
                                  <p:stCondLst>
                                    <p:cond delay="0"/>
                                  </p:stCondLst>
                                  <p:childTnLst>
                                    <p:set>
                                      <p:cBhvr>
                                        <p:cTn id="22" dur="1" fill="hold">
                                          <p:stCondLst>
                                            <p:cond delay="0"/>
                                          </p:stCondLst>
                                        </p:cTn>
                                        <p:tgtEl>
                                          <p:spTgt spid="10"/>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_rels/theme2.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efault Theme">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effectStyle>
        <a:effectStyle>
          <a:effectLst>
            <a:outerShdw blurRad="57150" dist="38100" dir="5400000" algn="ctr" rotWithShape="0">
              <a:schemeClr val="phClr">
                <a:shade val="9000"/>
                <a:satMod val="105000"/>
                <a:alpha val="48000"/>
              </a:schemeClr>
            </a:outerShdw>
          </a:effectLst>
          <a:scene3d>
            <a:camera prst="orthographicFront" fov="0">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Override1.xml><?xml version="1.0" encoding="utf-8"?>
<a:themeOverride xmlns:a="http://schemas.openxmlformats.org/drawingml/2006/main">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ppt/theme/themeOverride2.xml><?xml version="1.0" encoding="utf-8"?>
<a:themeOverride xmlns:a="http://schemas.openxmlformats.org/drawingml/2006/main">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E2D700"/>
    </a:hlink>
    <a:folHlink>
      <a:srgbClr val="85DFD0"/>
    </a:folHlink>
  </a:clrScheme>
</a:themeOverride>
</file>

<file path=docProps/app.xml><?xml version="1.0" encoding="utf-8"?>
<Properties xmlns="http://schemas.openxmlformats.org/officeDocument/2006/extended-properties" xmlns:vt="http://schemas.openxmlformats.org/officeDocument/2006/docPropsVTypes">
  <Template>Default Theme</Template>
  <TotalTime>2219</TotalTime>
  <Words>4460</Words>
  <Application>Microsoft Office PowerPoint</Application>
  <PresentationFormat>全屏显示(4:3)</PresentationFormat>
  <Paragraphs>410</Paragraphs>
  <Slides>52</Slides>
  <Notes>0</Notes>
  <HiddenSlides>1</HiddenSlides>
  <MMClips>0</MMClips>
  <ScaleCrop>false</ScaleCrop>
  <HeadingPairs>
    <vt:vector size="6" baseType="variant">
      <vt:variant>
        <vt:lpstr>已用的字体</vt:lpstr>
      </vt:variant>
      <vt:variant>
        <vt:i4>12</vt:i4>
      </vt:variant>
      <vt:variant>
        <vt:lpstr>主题</vt:lpstr>
      </vt:variant>
      <vt:variant>
        <vt:i4>2</vt:i4>
      </vt:variant>
      <vt:variant>
        <vt:lpstr>幻灯片标题</vt:lpstr>
      </vt:variant>
      <vt:variant>
        <vt:i4>52</vt:i4>
      </vt:variant>
    </vt:vector>
  </HeadingPairs>
  <TitlesOfParts>
    <vt:vector size="66" baseType="lpstr">
      <vt:lpstr>Monotype Sorts</vt:lpstr>
      <vt:lpstr>黑体</vt:lpstr>
      <vt:lpstr>楷体_GB2312</vt:lpstr>
      <vt:lpstr>隶书</vt:lpstr>
      <vt:lpstr>宋体</vt:lpstr>
      <vt:lpstr>Arial</vt:lpstr>
      <vt:lpstr>Calibri</vt:lpstr>
      <vt:lpstr>Constantia</vt:lpstr>
      <vt:lpstr>Courier New</vt:lpstr>
      <vt:lpstr>Times New Roman</vt:lpstr>
      <vt:lpstr>Wingdings</vt:lpstr>
      <vt:lpstr>Wingdings 2</vt:lpstr>
      <vt:lpstr>Default Theme</vt:lpstr>
      <vt:lpstr>Flow</vt:lpstr>
      <vt:lpstr>第2章 基本数据类型及其运算(I） </vt:lpstr>
      <vt:lpstr>学习目标</vt:lpstr>
      <vt:lpstr>2.1 基本数据类型</vt:lpstr>
      <vt:lpstr>整型数据</vt:lpstr>
      <vt:lpstr>常用整数的数值范围</vt:lpstr>
      <vt:lpstr>PowerPoint 演示文稿</vt:lpstr>
      <vt:lpstr>PowerPoint 演示文稿</vt:lpstr>
      <vt:lpstr>再谈负数的机器表示</vt:lpstr>
      <vt:lpstr>整型常量的书写形式</vt:lpstr>
      <vt:lpstr>长整型整数和无符号整数的表示</vt:lpstr>
      <vt:lpstr>浮点型数据</vt:lpstr>
      <vt:lpstr>浮点型数据</vt:lpstr>
      <vt:lpstr>浮点数的机器内存表示 （1）</vt:lpstr>
      <vt:lpstr>浮点数的机器内存表示 （2）</vt:lpstr>
      <vt:lpstr>二进制数与十进制数的转换</vt:lpstr>
      <vt:lpstr>浮点型常量的一般书写格式   正负号  整数部分.小数部分 指数部分</vt:lpstr>
      <vt:lpstr>PowerPoint 演示文稿</vt:lpstr>
      <vt:lpstr>PowerPoint 演示文稿</vt:lpstr>
      <vt:lpstr>字符型数据</vt:lpstr>
      <vt:lpstr>字符型常量书写方法</vt:lpstr>
      <vt:lpstr>ASCII表</vt:lpstr>
      <vt:lpstr>表2-1 特殊字符表</vt:lpstr>
      <vt:lpstr>PowerPoint 演示文稿</vt:lpstr>
      <vt:lpstr>PowerPoint 演示文稿</vt:lpstr>
      <vt:lpstr>字符型常量与字符串常量的区别</vt:lpstr>
      <vt:lpstr>【例2.1】字符型数据与整型数据通用。</vt:lpstr>
      <vt:lpstr>输出用户输入字符的ascii码</vt:lpstr>
      <vt:lpstr>char型可能是有符号类型！</vt:lpstr>
      <vt:lpstr>2.2 输入和输出基础</vt:lpstr>
      <vt:lpstr>【例2.2】使用putchar函数的示例</vt:lpstr>
      <vt:lpstr>单个字符输入函数</vt:lpstr>
      <vt:lpstr>【例2.3】使用putchar函数的示例</vt:lpstr>
      <vt:lpstr>格式输出函数</vt:lpstr>
      <vt:lpstr>格式转换说明</vt:lpstr>
      <vt:lpstr>输出格式符表</vt:lpstr>
      <vt:lpstr>PowerPoint 演示文稿</vt:lpstr>
      <vt:lpstr>PowerPoint 演示文稿</vt:lpstr>
      <vt:lpstr>输出格式修饰符 </vt:lpstr>
      <vt:lpstr>PowerPoint 演示文稿</vt:lpstr>
      <vt:lpstr>PowerPoint 演示文稿</vt:lpstr>
      <vt:lpstr>PowerPoint 演示文稿</vt:lpstr>
      <vt:lpstr>格式输入函数</vt:lpstr>
      <vt:lpstr>格式转换说明的形式</vt:lpstr>
      <vt:lpstr>输入格式符表</vt:lpstr>
      <vt:lpstr>说明</vt:lpstr>
      <vt:lpstr>PowerPoint 演示文稿</vt:lpstr>
      <vt:lpstr>PowerPoint 演示文稿</vt:lpstr>
      <vt:lpstr>PowerPoint 演示文稿</vt:lpstr>
      <vt:lpstr>PowerPoint 演示文稿</vt:lpstr>
      <vt:lpstr>PowerPoint 演示文稿</vt:lpstr>
      <vt:lpstr>习题精讲</vt:lpstr>
      <vt:lpstr>习题精讲</vt:lpstr>
    </vt:vector>
  </TitlesOfParts>
  <Company>番茄花园</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第2章 基本数据类型及其运算(I)</dc:title>
  <dc:creator>home</dc:creator>
  <cp:lastModifiedBy>王轶彤</cp:lastModifiedBy>
  <cp:revision>149</cp:revision>
  <dcterms:created xsi:type="dcterms:W3CDTF">2009-09-22T01:40:49Z</dcterms:created>
  <dcterms:modified xsi:type="dcterms:W3CDTF">2026-09-17T03:22:49Z</dcterms:modified>
</cp:coreProperties>
</file>