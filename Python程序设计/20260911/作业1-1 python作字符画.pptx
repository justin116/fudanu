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5" r:id="rId7"/>
    <p:sldId id="266" r:id="rId8"/>
    <p:sldId id="262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089" autoAdjust="0"/>
  </p:normalViewPr>
  <p:slideViewPr>
    <p:cSldViewPr snapToGrid="0">
      <p:cViewPr varScale="1">
        <p:scale>
          <a:sx n="84" d="100"/>
          <a:sy n="84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129FE-398E-4E99-B6B7-93EB392A276F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DE28C-F0F8-45B9-84CC-46A1BBB211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81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CN" dirty="0" smtClean="0"/>
              <a:t>s = """</a:t>
            </a:r>
          </a:p>
          <a:p>
            <a:r>
              <a:rPr lang="pt-BR" altLang="zh-CN" dirty="0" smtClean="0"/>
              <a:t>    FFFFFF U    U DDDD      A    N    N</a:t>
            </a:r>
          </a:p>
          <a:p>
            <a:r>
              <a:rPr lang="pt-BR" altLang="zh-CN" dirty="0" smtClean="0"/>
              <a:t>    FF     U    U D   D    A A   NN   N</a:t>
            </a:r>
          </a:p>
          <a:p>
            <a:r>
              <a:rPr lang="pt-BR" altLang="zh-CN" dirty="0" smtClean="0"/>
              <a:t>    FFFFF  U    U D    D  A   A  N N  N</a:t>
            </a:r>
          </a:p>
          <a:p>
            <a:r>
              <a:rPr lang="pt-BR" altLang="zh-CN" dirty="0" smtClean="0"/>
              <a:t>    FF     U    U D    D AAAAAAA N  N N </a:t>
            </a:r>
          </a:p>
          <a:p>
            <a:r>
              <a:rPr lang="pt-BR" altLang="zh-CN" dirty="0" smtClean="0"/>
              <a:t>    FF     U    U D   D  A     A N   NN</a:t>
            </a:r>
          </a:p>
          <a:p>
            <a:r>
              <a:rPr lang="pt-BR" altLang="zh-CN" dirty="0" smtClean="0"/>
              <a:t>    FF      UUUU  DDDD   A     A N    N</a:t>
            </a:r>
          </a:p>
          <a:p>
            <a:r>
              <a:rPr lang="pt-BR" altLang="zh-CN" dirty="0" smtClean="0"/>
              <a:t>"""</a:t>
            </a:r>
          </a:p>
          <a:p>
            <a:r>
              <a:rPr lang="pt-BR" altLang="zh-CN" dirty="0" smtClean="0"/>
              <a:t>print(s)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DE28C-F0F8-45B9-84CC-46A1BBB211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4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from PIL import Image, </a:t>
            </a:r>
            <a:r>
              <a:rPr lang="en-US" altLang="zh-CN" dirty="0" err="1" smtClean="0"/>
              <a:t>ImageFont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ImageDraw</a:t>
            </a:r>
            <a:endParaRPr lang="en-US" altLang="zh-CN" dirty="0" smtClean="0"/>
          </a:p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tkinter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filedialog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Tk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err="1" smtClean="0"/>
              <a:t>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open_path</a:t>
            </a:r>
            <a:r>
              <a:rPr lang="en-US" altLang="zh-CN" dirty="0" smtClean="0"/>
              <a:t>():</a:t>
            </a:r>
          </a:p>
          <a:p>
            <a:r>
              <a:rPr lang="en-US" altLang="zh-CN" dirty="0" smtClean="0"/>
              <a:t>    root = </a:t>
            </a:r>
            <a:r>
              <a:rPr lang="en-US" altLang="zh-CN" dirty="0" err="1" smtClean="0"/>
              <a:t>Tk</a:t>
            </a:r>
            <a:r>
              <a:rPr lang="en-US" altLang="zh-CN" dirty="0" smtClean="0"/>
              <a:t>()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root.withdraw</a:t>
            </a:r>
            <a:r>
              <a:rPr lang="en-US" altLang="zh-CN" dirty="0" smtClean="0"/>
              <a:t>()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file_path</a:t>
            </a:r>
            <a:r>
              <a:rPr lang="en-US" altLang="zh-CN" dirty="0" smtClean="0"/>
              <a:t> = (</a:t>
            </a:r>
            <a:r>
              <a:rPr lang="en-US" altLang="zh-CN" dirty="0" err="1" smtClean="0"/>
              <a:t>filedialog.askopenfilename</a:t>
            </a:r>
            <a:r>
              <a:rPr lang="en-US" altLang="zh-CN" dirty="0" smtClean="0"/>
              <a:t>(title='</a:t>
            </a:r>
            <a:r>
              <a:rPr lang="zh-CN" altLang="en-US" dirty="0" smtClean="0"/>
              <a:t>选择图片文件</a:t>
            </a:r>
            <a:r>
              <a:rPr lang="en-US" altLang="zh-CN" dirty="0" smtClean="0"/>
              <a:t>', </a:t>
            </a:r>
            <a:r>
              <a:rPr lang="en-US" altLang="zh-CN" dirty="0" err="1" smtClean="0"/>
              <a:t>filetypes</a:t>
            </a:r>
            <a:r>
              <a:rPr lang="en-US" altLang="zh-CN" dirty="0" smtClean="0"/>
              <a:t>=[('All Files', '*')]))</a:t>
            </a:r>
          </a:p>
          <a:p>
            <a:r>
              <a:rPr lang="en-US" altLang="zh-CN" dirty="0" smtClean="0"/>
              <a:t>    return </a:t>
            </a:r>
            <a:r>
              <a:rPr lang="en-US" altLang="zh-CN" dirty="0" err="1" smtClean="0"/>
              <a:t>file_path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print('</a:t>
            </a:r>
            <a:r>
              <a:rPr lang="zh-CN" altLang="en-US" dirty="0" smtClean="0"/>
              <a:t>请选择图片：</a:t>
            </a:r>
            <a:r>
              <a:rPr lang="en-US" altLang="zh-CN" dirty="0" smtClean="0"/>
              <a:t>')</a:t>
            </a:r>
          </a:p>
          <a:p>
            <a:r>
              <a:rPr lang="en-US" altLang="zh-CN" dirty="0" smtClean="0"/>
              <a:t>IMG = </a:t>
            </a:r>
            <a:r>
              <a:rPr lang="en-US" altLang="zh-CN" dirty="0" err="1" smtClean="0"/>
              <a:t>open_path</a:t>
            </a:r>
            <a:r>
              <a:rPr lang="en-US" altLang="zh-CN" dirty="0" smtClean="0"/>
              <a:t>()  # </a:t>
            </a:r>
            <a:r>
              <a:rPr lang="zh-CN" altLang="en-US" dirty="0" smtClean="0"/>
              <a:t>图片路径</a:t>
            </a:r>
          </a:p>
          <a:p>
            <a:r>
              <a:rPr lang="en-US" altLang="zh-CN" dirty="0" smtClean="0"/>
              <a:t>ascii_char = list("$@B%8&amp;WM#*oahkbdpqwmZO0QLCJUYXzcvunxrjft/|()1{}[]?-_+~&lt;&gt;i!lI;:,\"^`'. ")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print('</a:t>
            </a:r>
            <a:r>
              <a:rPr lang="zh-CN" altLang="en-US" dirty="0" smtClean="0"/>
              <a:t>正在转换</a:t>
            </a:r>
            <a:r>
              <a:rPr lang="en-US" altLang="zh-CN" dirty="0" smtClean="0"/>
              <a:t>......')</a:t>
            </a:r>
          </a:p>
          <a:p>
            <a:endParaRPr lang="en-US" altLang="zh-CN" dirty="0" smtClean="0"/>
          </a:p>
          <a:p>
            <a:r>
              <a:rPr lang="en-US" altLang="zh-CN" dirty="0" err="1" smtClean="0"/>
              <a:t>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get_char</a:t>
            </a:r>
            <a:r>
              <a:rPr lang="en-US" altLang="zh-CN" dirty="0" smtClean="0"/>
              <a:t>(r, g, b, alpha=256):  # alpha</a:t>
            </a:r>
            <a:r>
              <a:rPr lang="zh-CN" altLang="en-US" dirty="0" smtClean="0"/>
              <a:t>透明度</a:t>
            </a:r>
          </a:p>
          <a:p>
            <a:r>
              <a:rPr lang="zh-CN" altLang="en-US" dirty="0" smtClean="0"/>
              <a:t>    </a:t>
            </a:r>
            <a:r>
              <a:rPr lang="en-US" altLang="zh-CN" dirty="0" smtClean="0"/>
              <a:t>if alpha == 0:</a:t>
            </a:r>
          </a:p>
          <a:p>
            <a:r>
              <a:rPr lang="en-US" altLang="zh-CN" dirty="0" smtClean="0"/>
              <a:t>        return ' '</a:t>
            </a:r>
          </a:p>
          <a:p>
            <a:r>
              <a:rPr lang="en-US" altLang="zh-CN" dirty="0" smtClean="0"/>
              <a:t>    length = 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ascii_char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   gray =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(0.2126 * r + 0.7152 * g + 0.0722 * b)</a:t>
            </a:r>
          </a:p>
          <a:p>
            <a:r>
              <a:rPr lang="en-US" altLang="zh-CN" dirty="0" smtClean="0"/>
              <a:t>    unit = (256.0 + 1) / length</a:t>
            </a:r>
          </a:p>
          <a:p>
            <a:r>
              <a:rPr lang="en-US" altLang="zh-CN" dirty="0" smtClean="0"/>
              <a:t>    return </a:t>
            </a:r>
            <a:r>
              <a:rPr lang="en-US" altLang="zh-CN" dirty="0" err="1" smtClean="0"/>
              <a:t>ascii_char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(gray / unit)]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if __name__ == '__main__':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Image.open</a:t>
            </a:r>
            <a:r>
              <a:rPr lang="en-US" altLang="zh-CN" dirty="0" smtClean="0"/>
              <a:t>(IMG)</a:t>
            </a:r>
          </a:p>
          <a:p>
            <a:r>
              <a:rPr lang="en-US" altLang="zh-CN" dirty="0" smtClean="0"/>
              <a:t>    WIDTH =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img.width</a:t>
            </a:r>
            <a:r>
              <a:rPr lang="en-US" altLang="zh-CN" dirty="0" smtClean="0"/>
              <a:t> / 6)</a:t>
            </a:r>
          </a:p>
          <a:p>
            <a:r>
              <a:rPr lang="en-US" altLang="zh-CN" dirty="0" smtClean="0"/>
              <a:t>    HEIGHT =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img.height</a:t>
            </a:r>
            <a:r>
              <a:rPr lang="en-US" altLang="zh-CN" dirty="0" smtClean="0"/>
              <a:t> / 15)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img_txt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Image.new</a:t>
            </a:r>
            <a:r>
              <a:rPr lang="en-US" altLang="zh-CN" dirty="0" smtClean="0"/>
              <a:t>("RGB", (</a:t>
            </a:r>
            <a:r>
              <a:rPr lang="en-US" altLang="zh-CN" dirty="0" err="1" smtClean="0"/>
              <a:t>img.width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img.height</a:t>
            </a:r>
            <a:r>
              <a:rPr lang="en-US" altLang="zh-CN" dirty="0" smtClean="0"/>
              <a:t>), (255, 255, 255))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img.resize</a:t>
            </a:r>
            <a:r>
              <a:rPr lang="en-US" altLang="zh-CN" dirty="0" smtClean="0"/>
              <a:t>((WIDTH, HEIGHT), </a:t>
            </a:r>
            <a:r>
              <a:rPr lang="en-US" altLang="zh-CN" dirty="0" err="1" smtClean="0"/>
              <a:t>Image.NEAREST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   txt = ""</a:t>
            </a:r>
          </a:p>
          <a:p>
            <a:r>
              <a:rPr lang="en-US" altLang="zh-CN" dirty="0" smtClean="0"/>
              <a:t>    colors = []</a:t>
            </a:r>
          </a:p>
          <a:p>
            <a:r>
              <a:rPr lang="en-US" altLang="zh-CN" dirty="0" smtClean="0"/>
              <a:t>    for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in range(HEIGHT):</a:t>
            </a:r>
          </a:p>
          <a:p>
            <a:r>
              <a:rPr lang="en-US" altLang="zh-CN" dirty="0" smtClean="0"/>
              <a:t>        for j in range(WIDTH):</a:t>
            </a:r>
          </a:p>
          <a:p>
            <a:r>
              <a:rPr lang="en-US" altLang="zh-CN" dirty="0" smtClean="0"/>
              <a:t>            pixel = </a:t>
            </a:r>
            <a:r>
              <a:rPr lang="en-US" altLang="zh-CN" dirty="0" err="1" smtClean="0"/>
              <a:t>img.getpixel</a:t>
            </a:r>
            <a:r>
              <a:rPr lang="en-US" altLang="zh-CN" dirty="0" smtClean="0"/>
              <a:t>((j,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))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err="1" smtClean="0"/>
              <a:t>colors.append</a:t>
            </a:r>
            <a:r>
              <a:rPr lang="en-US" altLang="zh-CN" dirty="0" smtClean="0"/>
              <a:t>((pixel[0], pixel[1], pixel[2]))  # </a:t>
            </a:r>
            <a:r>
              <a:rPr lang="zh-CN" altLang="en-US" dirty="0" smtClean="0"/>
              <a:t>记录像素颜色信息</a:t>
            </a:r>
          </a:p>
          <a:p>
            <a:r>
              <a:rPr lang="zh-CN" altLang="en-US" dirty="0" smtClean="0"/>
              <a:t>            </a:t>
            </a:r>
            <a:r>
              <a:rPr lang="en-US" altLang="zh-CN" dirty="0" smtClean="0"/>
              <a:t>if (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(pixel) == 4):</a:t>
            </a:r>
          </a:p>
          <a:p>
            <a:r>
              <a:rPr lang="en-US" altLang="zh-CN" dirty="0" smtClean="0"/>
              <a:t>                txt += </a:t>
            </a:r>
            <a:r>
              <a:rPr lang="en-US" altLang="zh-CN" dirty="0" err="1" smtClean="0"/>
              <a:t>get_char</a:t>
            </a:r>
            <a:r>
              <a:rPr lang="en-US" altLang="zh-CN" dirty="0" smtClean="0"/>
              <a:t>(pixel[0], pixel[1], pixel[2], pixel[3])</a:t>
            </a:r>
          </a:p>
          <a:p>
            <a:r>
              <a:rPr lang="en-US" altLang="zh-CN" dirty="0" smtClean="0"/>
              <a:t>            else:</a:t>
            </a:r>
          </a:p>
          <a:p>
            <a:r>
              <a:rPr lang="en-US" altLang="zh-CN" dirty="0" smtClean="0"/>
              <a:t>                txt += </a:t>
            </a:r>
            <a:r>
              <a:rPr lang="en-US" altLang="zh-CN" dirty="0" err="1" smtClean="0"/>
              <a:t>get_char</a:t>
            </a:r>
            <a:r>
              <a:rPr lang="en-US" altLang="zh-CN" dirty="0" smtClean="0"/>
              <a:t>(pixel[0], pixel[1], pixel[2])</a:t>
            </a:r>
          </a:p>
          <a:p>
            <a:r>
              <a:rPr lang="en-US" altLang="zh-CN" dirty="0" smtClean="0"/>
              <a:t>        txt += '\n'</a:t>
            </a:r>
          </a:p>
          <a:p>
            <a:r>
              <a:rPr lang="en-US" altLang="zh-CN" dirty="0" smtClean="0"/>
              <a:t>        </a:t>
            </a:r>
            <a:r>
              <a:rPr lang="en-US" altLang="zh-CN" dirty="0" err="1" smtClean="0"/>
              <a:t>colors.append</a:t>
            </a:r>
            <a:r>
              <a:rPr lang="en-US" altLang="zh-CN" dirty="0" smtClean="0"/>
              <a:t>((255, 255, 255))</a:t>
            </a:r>
          </a:p>
          <a:p>
            <a:r>
              <a:rPr lang="en-US" altLang="zh-CN" dirty="0" smtClean="0"/>
              <a:t>    print(txt)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DE28C-F0F8-45B9-84CC-46A1BBB2117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614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DE28C-F0F8-45B9-84CC-46A1BBB211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17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from PIL import Image, </a:t>
            </a:r>
            <a:r>
              <a:rPr lang="en-US" altLang="zh-CN" dirty="0" err="1" smtClean="0"/>
              <a:t>ImageFont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ImageDraw</a:t>
            </a:r>
            <a:endParaRPr lang="en-US" altLang="zh-CN" dirty="0" smtClean="0"/>
          </a:p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tkinter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filedialog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Tk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err="1" smtClean="0"/>
              <a:t>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open_path</a:t>
            </a:r>
            <a:r>
              <a:rPr lang="en-US" altLang="zh-CN" dirty="0" smtClean="0"/>
              <a:t>():</a:t>
            </a:r>
          </a:p>
          <a:p>
            <a:r>
              <a:rPr lang="en-US" altLang="zh-CN" dirty="0" smtClean="0"/>
              <a:t>    root = </a:t>
            </a:r>
            <a:r>
              <a:rPr lang="en-US" altLang="zh-CN" dirty="0" err="1" smtClean="0"/>
              <a:t>Tk</a:t>
            </a:r>
            <a:r>
              <a:rPr lang="en-US" altLang="zh-CN" dirty="0" smtClean="0"/>
              <a:t>()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root.withdraw</a:t>
            </a:r>
            <a:r>
              <a:rPr lang="en-US" altLang="zh-CN" dirty="0" smtClean="0"/>
              <a:t>()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file_path</a:t>
            </a:r>
            <a:r>
              <a:rPr lang="en-US" altLang="zh-CN" dirty="0" smtClean="0"/>
              <a:t> = (</a:t>
            </a:r>
            <a:r>
              <a:rPr lang="en-US" altLang="zh-CN" dirty="0" err="1" smtClean="0"/>
              <a:t>filedialog.askopenfilename</a:t>
            </a:r>
            <a:r>
              <a:rPr lang="en-US" altLang="zh-CN" dirty="0" smtClean="0"/>
              <a:t>(title='</a:t>
            </a:r>
            <a:r>
              <a:rPr lang="zh-CN" altLang="en-US" dirty="0" smtClean="0"/>
              <a:t>选择图片文件</a:t>
            </a:r>
            <a:r>
              <a:rPr lang="en-US" altLang="zh-CN" dirty="0" smtClean="0"/>
              <a:t>', </a:t>
            </a:r>
            <a:r>
              <a:rPr lang="en-US" altLang="zh-CN" dirty="0" err="1" smtClean="0"/>
              <a:t>filetypes</a:t>
            </a:r>
            <a:r>
              <a:rPr lang="en-US" altLang="zh-CN" dirty="0" smtClean="0"/>
              <a:t>=[('All Files', '*')]))</a:t>
            </a:r>
          </a:p>
          <a:p>
            <a:r>
              <a:rPr lang="en-US" altLang="zh-CN" dirty="0" smtClean="0"/>
              <a:t>    return </a:t>
            </a:r>
            <a:r>
              <a:rPr lang="en-US" altLang="zh-CN" dirty="0" err="1" smtClean="0"/>
              <a:t>file_path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print('</a:t>
            </a:r>
            <a:r>
              <a:rPr lang="zh-CN" altLang="en-US" dirty="0" smtClean="0"/>
              <a:t>请选择图片：</a:t>
            </a:r>
            <a:r>
              <a:rPr lang="en-US" altLang="zh-CN" dirty="0" smtClean="0"/>
              <a:t>')</a:t>
            </a:r>
          </a:p>
          <a:p>
            <a:r>
              <a:rPr lang="en-US" altLang="zh-CN" dirty="0" smtClean="0"/>
              <a:t>IMG = </a:t>
            </a:r>
            <a:r>
              <a:rPr lang="en-US" altLang="zh-CN" dirty="0" err="1" smtClean="0"/>
              <a:t>open_path</a:t>
            </a:r>
            <a:r>
              <a:rPr lang="en-US" altLang="zh-CN" dirty="0" smtClean="0"/>
              <a:t>()  # </a:t>
            </a:r>
            <a:r>
              <a:rPr lang="zh-CN" altLang="en-US" dirty="0" smtClean="0"/>
              <a:t>图片路径</a:t>
            </a:r>
          </a:p>
          <a:p>
            <a:r>
              <a:rPr lang="en-US" altLang="zh-CN" dirty="0" smtClean="0"/>
              <a:t>ascii_char = list("$@B%8&amp;WM#*oahkbdpqwmZO0QLCJUYXzcvunxrjft/|()1{}[]?-_+~&lt;&gt;i!lI;:,\"^`'. ")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print('</a:t>
            </a:r>
            <a:r>
              <a:rPr lang="zh-CN" altLang="en-US" dirty="0" smtClean="0"/>
              <a:t>正在转换</a:t>
            </a:r>
            <a:r>
              <a:rPr lang="en-US" altLang="zh-CN" dirty="0" smtClean="0"/>
              <a:t>......')</a:t>
            </a:r>
          </a:p>
          <a:p>
            <a:endParaRPr lang="en-US" altLang="zh-CN" dirty="0" smtClean="0"/>
          </a:p>
          <a:p>
            <a:r>
              <a:rPr lang="en-US" altLang="zh-CN" dirty="0" err="1" smtClean="0"/>
              <a:t>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get_char</a:t>
            </a:r>
            <a:r>
              <a:rPr lang="en-US" altLang="zh-CN" dirty="0" smtClean="0"/>
              <a:t>(r, g, b, alpha=256):  # alpha</a:t>
            </a:r>
            <a:r>
              <a:rPr lang="zh-CN" altLang="en-US" dirty="0" smtClean="0"/>
              <a:t>透明度</a:t>
            </a:r>
          </a:p>
          <a:p>
            <a:r>
              <a:rPr lang="zh-CN" altLang="en-US" dirty="0" smtClean="0"/>
              <a:t>    </a:t>
            </a:r>
            <a:r>
              <a:rPr lang="en-US" altLang="zh-CN" dirty="0" smtClean="0"/>
              <a:t>if alpha == 0:</a:t>
            </a:r>
          </a:p>
          <a:p>
            <a:r>
              <a:rPr lang="en-US" altLang="zh-CN" dirty="0" smtClean="0"/>
              <a:t>        return ' '</a:t>
            </a:r>
          </a:p>
          <a:p>
            <a:r>
              <a:rPr lang="en-US" altLang="zh-CN" dirty="0" smtClean="0"/>
              <a:t>    length = 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ascii_char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   gray =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(0.2126 * r + 0.7152 * g + 0.0722 * b)</a:t>
            </a:r>
          </a:p>
          <a:p>
            <a:r>
              <a:rPr lang="en-US" altLang="zh-CN" dirty="0" smtClean="0"/>
              <a:t>    unit = (256.0 + 1) / length</a:t>
            </a:r>
          </a:p>
          <a:p>
            <a:r>
              <a:rPr lang="en-US" altLang="zh-CN" dirty="0" smtClean="0"/>
              <a:t>    return </a:t>
            </a:r>
            <a:r>
              <a:rPr lang="en-US" altLang="zh-CN" dirty="0" err="1" smtClean="0"/>
              <a:t>ascii_char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(gray / unit)]</a:t>
            </a:r>
          </a:p>
          <a:p>
            <a:endParaRPr lang="en-US" altLang="zh-CN" dirty="0" smtClean="0"/>
          </a:p>
          <a:p>
            <a:r>
              <a:rPr lang="en-US" altLang="zh-CN" dirty="0" err="1" smtClean="0"/>
              <a:t>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save_path</a:t>
            </a:r>
            <a:r>
              <a:rPr lang="en-US" altLang="zh-CN" dirty="0" smtClean="0"/>
              <a:t>():</a:t>
            </a:r>
          </a:p>
          <a:p>
            <a:r>
              <a:rPr lang="en-US" altLang="zh-CN" dirty="0" smtClean="0"/>
              <a:t>    # </a:t>
            </a:r>
            <a:r>
              <a:rPr lang="zh-CN" altLang="en-US" dirty="0" smtClean="0"/>
              <a:t>保存图片路径</a:t>
            </a:r>
          </a:p>
          <a:p>
            <a:r>
              <a:rPr lang="zh-CN" altLang="en-US" dirty="0" smtClean="0"/>
              <a:t>    </a:t>
            </a:r>
            <a:r>
              <a:rPr lang="en-US" altLang="zh-CN" dirty="0" smtClean="0"/>
              <a:t>root = </a:t>
            </a:r>
            <a:r>
              <a:rPr lang="en-US" altLang="zh-CN" dirty="0" err="1" smtClean="0"/>
              <a:t>Tk</a:t>
            </a:r>
            <a:r>
              <a:rPr lang="en-US" altLang="zh-CN" dirty="0" smtClean="0"/>
              <a:t>()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root.withdraw</a:t>
            </a:r>
            <a:r>
              <a:rPr lang="en-US" altLang="zh-CN" dirty="0" smtClean="0"/>
              <a:t>()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file_path</a:t>
            </a:r>
            <a:r>
              <a:rPr lang="en-US" altLang="zh-CN" dirty="0" smtClean="0"/>
              <a:t> = (</a:t>
            </a:r>
            <a:r>
              <a:rPr lang="en-US" altLang="zh-CN" dirty="0" err="1" smtClean="0"/>
              <a:t>filedialog.asksaveasfilename</a:t>
            </a:r>
            <a:r>
              <a:rPr lang="en-US" altLang="zh-CN" dirty="0" smtClean="0"/>
              <a:t>(title='</a:t>
            </a:r>
            <a:r>
              <a:rPr lang="zh-CN" altLang="en-US" dirty="0" smtClean="0"/>
              <a:t>保存路径</a:t>
            </a:r>
            <a:r>
              <a:rPr lang="en-US" altLang="zh-CN" dirty="0" smtClean="0"/>
              <a:t>', </a:t>
            </a:r>
            <a:r>
              <a:rPr lang="en-US" altLang="zh-CN" dirty="0" err="1" smtClean="0"/>
              <a:t>filetypes</a:t>
            </a:r>
            <a:r>
              <a:rPr lang="en-US" altLang="zh-CN" dirty="0" smtClean="0"/>
              <a:t>=[('All Files', '*')]))</a:t>
            </a:r>
          </a:p>
          <a:p>
            <a:r>
              <a:rPr lang="en-US" altLang="zh-CN" dirty="0" smtClean="0"/>
              <a:t>    return </a:t>
            </a:r>
            <a:r>
              <a:rPr lang="en-US" altLang="zh-CN" dirty="0" err="1" smtClean="0"/>
              <a:t>file_path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if __name__ == '__main__':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Image.open</a:t>
            </a:r>
            <a:r>
              <a:rPr lang="en-US" altLang="zh-CN" dirty="0" smtClean="0"/>
              <a:t>(IMG)</a:t>
            </a:r>
          </a:p>
          <a:p>
            <a:r>
              <a:rPr lang="en-US" altLang="zh-CN" dirty="0" smtClean="0"/>
              <a:t>    WIDTH =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img.width</a:t>
            </a:r>
            <a:r>
              <a:rPr lang="en-US" altLang="zh-CN" dirty="0" smtClean="0"/>
              <a:t>/8) #</a:t>
            </a:r>
            <a:r>
              <a:rPr lang="zh-CN" altLang="en-US" dirty="0" smtClean="0"/>
              <a:t>可调</a:t>
            </a:r>
          </a:p>
          <a:p>
            <a:r>
              <a:rPr lang="zh-CN" altLang="en-US" dirty="0" smtClean="0"/>
              <a:t>    </a:t>
            </a:r>
            <a:r>
              <a:rPr lang="en-US" altLang="zh-CN" dirty="0" smtClean="0"/>
              <a:t>HEIGHT =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img.height</a:t>
            </a:r>
            <a:r>
              <a:rPr lang="en-US" altLang="zh-CN" dirty="0" smtClean="0"/>
              <a:t>/8) #</a:t>
            </a:r>
            <a:r>
              <a:rPr lang="zh-CN" altLang="en-US" dirty="0" smtClean="0"/>
              <a:t>可调</a:t>
            </a:r>
          </a:p>
          <a:p>
            <a:r>
              <a:rPr lang="zh-CN" altLang="en-US" dirty="0" smtClean="0"/>
              <a:t>    </a:t>
            </a:r>
            <a:r>
              <a:rPr lang="en-US" altLang="zh-CN" dirty="0" err="1" smtClean="0"/>
              <a:t>img_txt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Image.new</a:t>
            </a:r>
            <a:r>
              <a:rPr lang="en-US" altLang="zh-CN" dirty="0" smtClean="0"/>
              <a:t>("RGB", (</a:t>
            </a:r>
            <a:r>
              <a:rPr lang="en-US" altLang="zh-CN" dirty="0" err="1" smtClean="0"/>
              <a:t>img.width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img.height</a:t>
            </a:r>
            <a:r>
              <a:rPr lang="en-US" altLang="zh-CN" dirty="0" smtClean="0"/>
              <a:t>), (255, 255, 255))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img.resize</a:t>
            </a:r>
            <a:r>
              <a:rPr lang="en-US" altLang="zh-CN" dirty="0" smtClean="0"/>
              <a:t>((WIDTH, HEIGHT), </a:t>
            </a:r>
            <a:r>
              <a:rPr lang="en-US" altLang="zh-CN" dirty="0" err="1" smtClean="0"/>
              <a:t>Image.NEAREST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   txt = ""</a:t>
            </a:r>
          </a:p>
          <a:p>
            <a:r>
              <a:rPr lang="en-US" altLang="zh-CN" dirty="0" smtClean="0"/>
              <a:t>    colors = []</a:t>
            </a:r>
          </a:p>
          <a:p>
            <a:r>
              <a:rPr lang="en-US" altLang="zh-CN" dirty="0" smtClean="0"/>
              <a:t>    for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in range(HEIGHT):</a:t>
            </a:r>
          </a:p>
          <a:p>
            <a:r>
              <a:rPr lang="en-US" altLang="zh-CN" dirty="0" smtClean="0"/>
              <a:t>        for j in range(WIDTH):</a:t>
            </a:r>
          </a:p>
          <a:p>
            <a:r>
              <a:rPr lang="en-US" altLang="zh-CN" dirty="0" smtClean="0"/>
              <a:t>            </a:t>
            </a:r>
          </a:p>
          <a:p>
            <a:r>
              <a:rPr lang="en-US" altLang="zh-CN" dirty="0" smtClean="0"/>
              <a:t>            pixel = </a:t>
            </a:r>
            <a:r>
              <a:rPr lang="en-US" altLang="zh-CN" dirty="0" err="1" smtClean="0"/>
              <a:t>img.getpixel</a:t>
            </a:r>
            <a:r>
              <a:rPr lang="en-US" altLang="zh-CN" dirty="0" smtClean="0"/>
              <a:t>((j,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))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err="1" smtClean="0"/>
              <a:t>colors.append</a:t>
            </a:r>
            <a:r>
              <a:rPr lang="en-US" altLang="zh-CN" dirty="0" smtClean="0"/>
              <a:t>((pixel[0], pixel[1], pixel[2]))  # </a:t>
            </a:r>
            <a:r>
              <a:rPr lang="zh-CN" altLang="en-US" dirty="0" smtClean="0"/>
              <a:t>记录像素颜色信息</a:t>
            </a:r>
          </a:p>
          <a:p>
            <a:r>
              <a:rPr lang="zh-CN" altLang="en-US" dirty="0" smtClean="0"/>
              <a:t>            </a:t>
            </a:r>
            <a:r>
              <a:rPr lang="en-US" altLang="zh-CN" dirty="0" smtClean="0"/>
              <a:t>if (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(pixel) == 4):</a:t>
            </a:r>
          </a:p>
          <a:p>
            <a:r>
              <a:rPr lang="en-US" altLang="zh-CN" dirty="0" smtClean="0"/>
              <a:t>                txt += </a:t>
            </a:r>
            <a:r>
              <a:rPr lang="en-US" altLang="zh-CN" dirty="0" err="1" smtClean="0"/>
              <a:t>get_char</a:t>
            </a:r>
            <a:r>
              <a:rPr lang="en-US" altLang="zh-CN" dirty="0" smtClean="0"/>
              <a:t>(pixel[0], pixel[1], pixel[2], pixel[3])</a:t>
            </a:r>
          </a:p>
          <a:p>
            <a:r>
              <a:rPr lang="en-US" altLang="zh-CN" dirty="0" smtClean="0"/>
              <a:t>            else:</a:t>
            </a:r>
          </a:p>
          <a:p>
            <a:r>
              <a:rPr lang="en-US" altLang="zh-CN" dirty="0" smtClean="0"/>
              <a:t>                txt += </a:t>
            </a:r>
            <a:r>
              <a:rPr lang="en-US" altLang="zh-CN" dirty="0" err="1" smtClean="0"/>
              <a:t>get_char</a:t>
            </a:r>
            <a:r>
              <a:rPr lang="en-US" altLang="zh-CN" dirty="0" smtClean="0"/>
              <a:t>(pixel[0], pixel[1], pixel[2])</a:t>
            </a:r>
          </a:p>
          <a:p>
            <a:r>
              <a:rPr lang="en-US" altLang="zh-CN" dirty="0" smtClean="0"/>
              <a:t>        txt += '\n'</a:t>
            </a:r>
          </a:p>
          <a:p>
            <a:r>
              <a:rPr lang="en-US" altLang="zh-CN" dirty="0" smtClean="0"/>
              <a:t>        </a:t>
            </a:r>
            <a:r>
              <a:rPr lang="en-US" altLang="zh-CN" dirty="0" err="1" smtClean="0"/>
              <a:t>colors.append</a:t>
            </a:r>
            <a:r>
              <a:rPr lang="en-US" altLang="zh-CN" dirty="0" smtClean="0"/>
              <a:t>((255, 255, 255))</a:t>
            </a:r>
          </a:p>
          <a:p>
            <a:r>
              <a:rPr lang="en-US" altLang="zh-CN" dirty="0" smtClean="0"/>
              <a:t>    #print(txt)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dr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ImageDraw.Draw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img_txt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   font = </a:t>
            </a:r>
            <a:r>
              <a:rPr lang="en-US" altLang="zh-CN" dirty="0" err="1" smtClean="0"/>
              <a:t>ImageFont.load_default</a:t>
            </a:r>
            <a:r>
              <a:rPr lang="en-US" altLang="zh-CN" dirty="0" smtClean="0"/>
              <a:t>().font</a:t>
            </a:r>
          </a:p>
          <a:p>
            <a:r>
              <a:rPr lang="en-US" altLang="zh-CN" dirty="0" smtClean="0"/>
              <a:t>    x = y = 0</a:t>
            </a:r>
          </a:p>
          <a:p>
            <a:r>
              <a:rPr lang="en-US" altLang="zh-CN" dirty="0" smtClean="0"/>
              <a:t>    # </a:t>
            </a:r>
            <a:r>
              <a:rPr lang="zh-CN" altLang="en-US" dirty="0" smtClean="0"/>
              <a:t>获取字体的宽高</a:t>
            </a:r>
          </a:p>
          <a:p>
            <a:r>
              <a:rPr lang="zh-CN" altLang="en-US" dirty="0" smtClean="0"/>
              <a:t>    </a:t>
            </a:r>
            <a:r>
              <a:rPr lang="en-US" altLang="zh-CN" dirty="0" err="1" smtClean="0"/>
              <a:t>font_w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font_h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font.getsize</a:t>
            </a:r>
            <a:r>
              <a:rPr lang="en-US" altLang="zh-CN" dirty="0" smtClean="0"/>
              <a:t>(txt[1])[0]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font_h</a:t>
            </a:r>
            <a:r>
              <a:rPr lang="en-US" altLang="zh-CN" dirty="0" smtClean="0"/>
              <a:t> *= 1.37</a:t>
            </a:r>
          </a:p>
          <a:p>
            <a:r>
              <a:rPr lang="en-US" altLang="zh-CN" dirty="0" smtClean="0"/>
              <a:t>    # </a:t>
            </a:r>
            <a:r>
              <a:rPr lang="zh-CN" altLang="en-US" dirty="0" smtClean="0"/>
              <a:t>为每个</a:t>
            </a:r>
            <a:r>
              <a:rPr lang="en-US" altLang="zh-CN" dirty="0" err="1" smtClean="0"/>
              <a:t>ascii</a:t>
            </a:r>
            <a:r>
              <a:rPr lang="zh-CN" altLang="en-US" dirty="0" smtClean="0"/>
              <a:t>进行上色</a:t>
            </a:r>
          </a:p>
          <a:p>
            <a:r>
              <a:rPr lang="zh-CN" altLang="en-US" dirty="0" smtClean="0"/>
              <a:t>    </a:t>
            </a:r>
            <a:r>
              <a:rPr lang="en-US" altLang="zh-CN" dirty="0" smtClean="0"/>
              <a:t>for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in range(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(txt)):</a:t>
            </a:r>
          </a:p>
          <a:p>
            <a:r>
              <a:rPr lang="en-US" altLang="zh-CN" dirty="0" smtClean="0"/>
              <a:t>        if (txt[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== '\n'):</a:t>
            </a:r>
          </a:p>
          <a:p>
            <a:r>
              <a:rPr lang="en-US" altLang="zh-CN" dirty="0" smtClean="0"/>
              <a:t>            x += </a:t>
            </a:r>
            <a:r>
              <a:rPr lang="en-US" altLang="zh-CN" dirty="0" err="1" smtClean="0"/>
              <a:t>font_h</a:t>
            </a:r>
            <a:endParaRPr lang="en-US" altLang="zh-CN" dirty="0" smtClean="0"/>
          </a:p>
          <a:p>
            <a:r>
              <a:rPr lang="en-US" altLang="zh-CN" dirty="0" smtClean="0"/>
              <a:t>            y = -</a:t>
            </a:r>
            <a:r>
              <a:rPr lang="en-US" altLang="zh-CN" dirty="0" err="1" smtClean="0"/>
              <a:t>font_w</a:t>
            </a:r>
            <a:endParaRPr lang="en-US" altLang="zh-CN" dirty="0" smtClean="0"/>
          </a:p>
          <a:p>
            <a:r>
              <a:rPr lang="en-US" altLang="zh-CN" dirty="0" smtClean="0"/>
              <a:t>        </a:t>
            </a:r>
            <a:r>
              <a:rPr lang="en-US" altLang="zh-CN" dirty="0" err="1" smtClean="0"/>
              <a:t>dr.text</a:t>
            </a:r>
            <a:r>
              <a:rPr lang="en-US" altLang="zh-CN" dirty="0" smtClean="0"/>
              <a:t>([y, x], txt[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], colors[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</a:t>
            </a:r>
          </a:p>
          <a:p>
            <a:r>
              <a:rPr lang="en-US" altLang="zh-CN" dirty="0" smtClean="0"/>
              <a:t>        y += </a:t>
            </a:r>
            <a:r>
              <a:rPr lang="en-US" altLang="zh-CN" dirty="0" err="1" smtClean="0"/>
              <a:t>font_w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    print('</a:t>
            </a:r>
            <a:r>
              <a:rPr lang="zh-CN" altLang="en-US" dirty="0" smtClean="0"/>
              <a:t>转换成功！</a:t>
            </a:r>
            <a:r>
              <a:rPr lang="en-US" altLang="zh-CN" dirty="0" smtClean="0"/>
              <a:t>')</a:t>
            </a:r>
          </a:p>
          <a:p>
            <a:r>
              <a:rPr lang="en-US" altLang="zh-CN" dirty="0" smtClean="0"/>
              <a:t>    print('</a:t>
            </a:r>
            <a:r>
              <a:rPr lang="zh-CN" altLang="en-US" dirty="0" smtClean="0"/>
              <a:t>请选择保存路径：</a:t>
            </a:r>
            <a:r>
              <a:rPr lang="en-US" altLang="zh-CN" dirty="0" smtClean="0"/>
              <a:t>')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save_path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save_path</a:t>
            </a:r>
            <a:r>
              <a:rPr lang="en-US" altLang="zh-CN" dirty="0" smtClean="0"/>
              <a:t>()+'.</a:t>
            </a:r>
            <a:r>
              <a:rPr lang="en-US" altLang="zh-CN" dirty="0" err="1" smtClean="0"/>
              <a:t>png</a:t>
            </a:r>
            <a:r>
              <a:rPr lang="en-US" altLang="zh-CN" dirty="0" smtClean="0"/>
              <a:t>'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img_txt.save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save_path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   print('</a:t>
            </a:r>
            <a:r>
              <a:rPr lang="zh-CN" altLang="en-US" dirty="0" smtClean="0"/>
              <a:t>保存成功</a:t>
            </a:r>
            <a:r>
              <a:rPr lang="en-US" altLang="zh-CN" dirty="0" smtClean="0"/>
              <a:t>')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Image.open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save_path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img.show</a:t>
            </a:r>
            <a:r>
              <a:rPr lang="en-US" altLang="zh-CN" dirty="0" smtClean="0"/>
              <a:t>()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DE28C-F0F8-45B9-84CC-46A1BBB211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296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0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00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92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96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4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00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62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95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84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07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75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68AF6C9-FE20-40C8-810C-25925BA7D2FD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8DEA301-EA27-47A0-A509-CB5B819DC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1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作字符画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cxiao@fudan.edu.cn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403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三个层次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初级</a:t>
            </a:r>
            <a:endParaRPr lang="en-US" altLang="zh-CN" dirty="0" smtClean="0"/>
          </a:p>
          <a:p>
            <a:r>
              <a:rPr lang="zh-CN" altLang="en-US" dirty="0" smtClean="0"/>
              <a:t>中级</a:t>
            </a:r>
            <a:endParaRPr lang="en-US" altLang="zh-CN" dirty="0" smtClean="0"/>
          </a:p>
          <a:p>
            <a:r>
              <a:rPr lang="zh-CN" altLang="en-US" dirty="0"/>
              <a:t>高级</a:t>
            </a:r>
          </a:p>
        </p:txBody>
      </p:sp>
    </p:spTree>
    <p:extLst>
      <p:ext uri="{BB962C8B-B14F-4D97-AF65-F5344CB8AC3E}">
        <p14:creationId xmlns:p14="http://schemas.microsoft.com/office/powerpoint/2010/main" val="95498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初级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</a:t>
            </a:r>
            <a:r>
              <a:rPr lang="zh-CN" altLang="en-US" dirty="0" smtClean="0"/>
              <a:t>码见幻灯片备注，下同。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05" y="3050476"/>
            <a:ext cx="7886250" cy="2771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310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中级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5135688"/>
            <a:ext cx="4304278" cy="1300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1754348"/>
            <a:ext cx="10515599" cy="25418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直角上箭头 5"/>
          <p:cNvSpPr/>
          <p:nvPr/>
        </p:nvSpPr>
        <p:spPr>
          <a:xfrm>
            <a:off x="5498327" y="4802587"/>
            <a:ext cx="1804945" cy="1137037"/>
          </a:xfrm>
          <a:prstGeom prst="bentUpArrow">
            <a:avLst>
              <a:gd name="adj1" fmla="val 25000"/>
              <a:gd name="adj2" fmla="val 23709"/>
              <a:gd name="adj3" fmla="val 269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73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pillow</a:t>
            </a:r>
            <a:r>
              <a:rPr lang="zh-CN" altLang="en-US" dirty="0" smtClean="0"/>
              <a:t>模块</a:t>
            </a:r>
            <a:endParaRPr lang="en-US" altLang="zh-CN" dirty="0" smtClean="0"/>
          </a:p>
          <a:p>
            <a:pPr lvl="1"/>
            <a:r>
              <a:rPr lang="zh-CN" altLang="en-US" sz="2000" dirty="0" smtClean="0"/>
              <a:t>开始</a:t>
            </a:r>
            <a:r>
              <a:rPr lang="en-US" altLang="zh-CN" sz="2000" dirty="0" smtClean="0"/>
              <a:t>&gt;&gt;Windows</a:t>
            </a:r>
            <a:r>
              <a:rPr lang="zh-CN" altLang="en-US" sz="2000" dirty="0" smtClean="0"/>
              <a:t>系统</a:t>
            </a:r>
            <a:r>
              <a:rPr lang="en-US" altLang="zh-CN" sz="2000" dirty="0" smtClean="0"/>
              <a:t>&gt;&gt;(</a:t>
            </a:r>
            <a:r>
              <a:rPr lang="zh-CN" altLang="en-US" sz="2000" dirty="0"/>
              <a:t>鼠标右键 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命令提示符</a:t>
            </a:r>
            <a:r>
              <a:rPr lang="en-US" altLang="zh-CN" sz="2000" dirty="0" smtClean="0"/>
              <a:t>&gt;&gt;</a:t>
            </a:r>
            <a:r>
              <a:rPr lang="zh-CN" altLang="en-US" sz="2000" dirty="0" smtClean="0"/>
              <a:t>更多</a:t>
            </a:r>
            <a:r>
              <a:rPr lang="en-US" altLang="zh-CN" sz="2000" dirty="0" smtClean="0"/>
              <a:t>&gt;&gt;</a:t>
            </a:r>
            <a:r>
              <a:rPr lang="zh-CN" altLang="en-US" sz="2000" dirty="0" smtClean="0"/>
              <a:t>以管理员身份运行</a:t>
            </a:r>
            <a:endParaRPr lang="en-US" altLang="zh-CN" sz="2000" dirty="0" smtClean="0"/>
          </a:p>
          <a:p>
            <a:pPr lvl="1"/>
            <a:r>
              <a:rPr lang="zh-CN" altLang="en-US" dirty="0" smtClean="0"/>
              <a:t>输入：</a:t>
            </a:r>
            <a:r>
              <a:rPr lang="en-US" altLang="zh-CN" b="1" dirty="0" smtClean="0">
                <a:solidFill>
                  <a:srgbClr val="0000FF"/>
                </a:solidFill>
              </a:rPr>
              <a:t>pip install pillow</a:t>
            </a:r>
          </a:p>
          <a:p>
            <a:r>
              <a:rPr lang="zh-CN" altLang="en-US" dirty="0" smtClean="0"/>
              <a:t>用</a:t>
            </a:r>
            <a:r>
              <a:rPr lang="en-US" altLang="zh-CN" dirty="0" smtClean="0"/>
              <a:t>Word+</a:t>
            </a:r>
            <a:r>
              <a:rPr lang="zh-CN" altLang="en-US" dirty="0" smtClean="0"/>
              <a:t>截图工具创建一张</a:t>
            </a:r>
            <a:r>
              <a:rPr lang="zh-CN" altLang="en-US" dirty="0" smtClean="0">
                <a:solidFill>
                  <a:srgbClr val="C00000"/>
                </a:solidFill>
              </a:rPr>
              <a:t>文字图片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lang="zh-CN" altLang="en-US" dirty="0" smtClean="0"/>
              <a:t>为了便于查看，字号</a:t>
            </a:r>
            <a:r>
              <a:rPr lang="en-US" altLang="zh-CN" dirty="0" smtClean="0"/>
              <a:t>120+</a:t>
            </a:r>
            <a:r>
              <a:rPr lang="zh-CN" altLang="en-US" dirty="0" smtClean="0"/>
              <a:t>为宜</a:t>
            </a:r>
            <a:endParaRPr lang="en-US" altLang="zh-CN" dirty="0"/>
          </a:p>
          <a:p>
            <a:r>
              <a:rPr lang="zh-CN" altLang="en-US" dirty="0" smtClean="0"/>
              <a:t>亦能把</a:t>
            </a:r>
            <a:r>
              <a:rPr lang="zh-CN" altLang="en-US" dirty="0" smtClean="0">
                <a:solidFill>
                  <a:srgbClr val="C00000"/>
                </a:solidFill>
              </a:rPr>
              <a:t>非文字图片</a:t>
            </a:r>
            <a:r>
              <a:rPr lang="zh-CN" altLang="en-US" dirty="0" smtClean="0"/>
              <a:t>转成字符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88" y="4071067"/>
            <a:ext cx="1728063" cy="2216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261" y="2945958"/>
            <a:ext cx="3525525" cy="3804699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6946627" y="4806563"/>
            <a:ext cx="1115995" cy="755617"/>
          </a:xfrm>
          <a:prstGeom prst="rightArrow">
            <a:avLst>
              <a:gd name="adj1" fmla="val 72263"/>
              <a:gd name="adj2" fmla="val 314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79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r>
              <a:rPr lang="zh-CN" altLang="en-US" dirty="0" smtClean="0"/>
              <a:t>安装可能出现的问题及解决方法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9848" y="1325880"/>
            <a:ext cx="10058400" cy="5458968"/>
          </a:xfrm>
        </p:spPr>
        <p:txBody>
          <a:bodyPr>
            <a:noAutofit/>
          </a:bodyPr>
          <a:lstStyle/>
          <a:p>
            <a:r>
              <a:rPr lang="en-US" altLang="zh-CN" sz="1800" dirty="0" smtClean="0"/>
              <a:t>1 </a:t>
            </a:r>
            <a:r>
              <a:rPr lang="zh-CN" altLang="en-US" sz="1800" dirty="0" smtClean="0"/>
              <a:t>检验</a:t>
            </a:r>
            <a:r>
              <a:rPr lang="en-US" altLang="zh-CN" sz="1800" dirty="0" smtClean="0"/>
              <a:t>Python</a:t>
            </a:r>
            <a:r>
              <a:rPr lang="zh-CN" altLang="en-US" sz="1800" dirty="0" smtClean="0"/>
              <a:t>是否安装成功</a:t>
            </a:r>
            <a:endParaRPr lang="en-US" altLang="zh-CN" sz="1800" dirty="0" smtClean="0"/>
          </a:p>
          <a:p>
            <a:pPr lvl="1"/>
            <a:r>
              <a:rPr lang="zh-CN" altLang="en-US" sz="1600" dirty="0" smtClean="0"/>
              <a:t>在操作系统的“命令提示符”下，输入命令：</a:t>
            </a:r>
            <a:endParaRPr lang="en-US" altLang="zh-CN" sz="1600" dirty="0" smtClean="0"/>
          </a:p>
          <a:p>
            <a:pPr marL="274320" lvl="1" indent="0">
              <a:buNone/>
            </a:pPr>
            <a:r>
              <a:rPr lang="en-US" altLang="zh-CN" sz="1600" dirty="0" smtClean="0"/>
              <a:t>   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python --version</a:t>
            </a:r>
          </a:p>
          <a:p>
            <a:pPr marL="274320" lvl="1" indent="0">
              <a:buNone/>
            </a:pPr>
            <a:r>
              <a:rPr lang="zh-CN" altLang="en-US" sz="1600" dirty="0" smtClean="0"/>
              <a:t>若该命令未能正常显示</a:t>
            </a:r>
            <a:r>
              <a:rPr lang="en-US" altLang="zh-CN" sz="1600" dirty="0" smtClean="0"/>
              <a:t>Python</a:t>
            </a:r>
            <a:r>
              <a:rPr lang="zh-CN" altLang="en-US" sz="1600" dirty="0" smtClean="0"/>
              <a:t>版本，则很可能是安装</a:t>
            </a:r>
            <a:r>
              <a:rPr lang="en-US" altLang="zh-CN" sz="1600" dirty="0" smtClean="0"/>
              <a:t>Python</a:t>
            </a:r>
            <a:r>
              <a:rPr lang="zh-CN" altLang="en-US" sz="1600" dirty="0"/>
              <a:t>时未勾选</a:t>
            </a:r>
            <a:r>
              <a:rPr lang="en-US" altLang="zh-CN" sz="1600" dirty="0"/>
              <a:t>PATH</a:t>
            </a:r>
            <a:r>
              <a:rPr lang="zh-CN" altLang="en-US" sz="1600" dirty="0"/>
              <a:t>路径设置</a:t>
            </a:r>
            <a:r>
              <a:rPr lang="zh-CN" altLang="en-US" sz="1600" dirty="0" smtClean="0"/>
              <a:t>，</a:t>
            </a:r>
            <a:endParaRPr lang="en-US" altLang="zh-CN" sz="1600" dirty="0" smtClean="0"/>
          </a:p>
          <a:p>
            <a:pPr marL="274320" lvl="1" indent="0">
              <a:buNone/>
            </a:pPr>
            <a:r>
              <a:rPr lang="zh-CN" altLang="en-US" sz="1600" dirty="0" smtClean="0"/>
              <a:t>解</a:t>
            </a:r>
            <a:r>
              <a:rPr lang="zh-CN" altLang="en-US" sz="1600" dirty="0"/>
              <a:t>决方法</a:t>
            </a:r>
            <a:r>
              <a:rPr lang="en-US" altLang="zh-CN" sz="1600" dirty="0"/>
              <a:t>: </a:t>
            </a:r>
            <a:r>
              <a:rPr lang="zh-CN" altLang="en-US" sz="1600" dirty="0"/>
              <a:t>卸</a:t>
            </a:r>
            <a:r>
              <a:rPr lang="zh-CN" altLang="en-US" sz="1600" dirty="0" smtClean="0"/>
              <a:t>载</a:t>
            </a:r>
            <a:r>
              <a:rPr lang="en-US" altLang="zh-CN" sz="1600" dirty="0" smtClean="0"/>
              <a:t>Python</a:t>
            </a:r>
            <a:r>
              <a:rPr lang="zh-CN" altLang="en-US" sz="1600" dirty="0"/>
              <a:t>，下</a:t>
            </a:r>
            <a:r>
              <a:rPr lang="zh-CN" altLang="en-US" sz="1600" dirty="0" smtClean="0"/>
              <a:t>载</a:t>
            </a:r>
            <a:r>
              <a:rPr lang="zh-CN" altLang="en-US" sz="1600" dirty="0"/>
              <a:t>并</a:t>
            </a:r>
            <a:r>
              <a:rPr lang="zh-CN" altLang="en-US" sz="1600" dirty="0" smtClean="0"/>
              <a:t>重</a:t>
            </a:r>
            <a:r>
              <a:rPr lang="zh-CN" altLang="en-US" sz="1600" dirty="0"/>
              <a:t>新安装。安装时勾选界面内下方的两个复选框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800" dirty="0" smtClean="0"/>
              <a:t>2 </a:t>
            </a:r>
            <a:r>
              <a:rPr lang="zh-CN" altLang="en-US" sz="1800" dirty="0" smtClean="0"/>
              <a:t>检验</a:t>
            </a:r>
            <a:r>
              <a:rPr lang="en-US" altLang="zh-CN" sz="1800" dirty="0" smtClean="0"/>
              <a:t>Pip</a:t>
            </a:r>
            <a:r>
              <a:rPr lang="zh-CN" altLang="en-US" sz="1800" dirty="0" smtClean="0"/>
              <a:t>是否安装成功</a:t>
            </a:r>
            <a:endParaRPr lang="en-US" altLang="zh-CN" sz="1800" dirty="0" smtClean="0"/>
          </a:p>
          <a:p>
            <a:pPr lvl="1"/>
            <a:r>
              <a:rPr lang="zh-CN" altLang="en-US" sz="1600" dirty="0" smtClean="0"/>
              <a:t>在</a:t>
            </a:r>
            <a:r>
              <a:rPr lang="zh-CN" altLang="en-US" sz="1600" dirty="0"/>
              <a:t>操作系统的“命令提示符”下，输入命令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 marL="274320" lvl="1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pip --version</a:t>
            </a:r>
          </a:p>
          <a:p>
            <a:pPr marL="274320" lvl="1" indent="0">
              <a:buNone/>
            </a:pPr>
            <a:r>
              <a:rPr lang="zh-CN" altLang="en-US" sz="1600" dirty="0" smtClean="0"/>
              <a:t>若该命令未能正常显示</a:t>
            </a:r>
            <a:r>
              <a:rPr lang="en-US" altLang="zh-CN" sz="1600" dirty="0" smtClean="0"/>
              <a:t>Pip</a:t>
            </a:r>
            <a:r>
              <a:rPr lang="zh-CN" altLang="en-US" sz="1600" dirty="0" smtClean="0"/>
              <a:t>版本，则输入如下命令安装</a:t>
            </a:r>
            <a:r>
              <a:rPr lang="en-US" altLang="zh-CN" sz="1600" dirty="0" smtClean="0"/>
              <a:t>pip</a:t>
            </a:r>
          </a:p>
          <a:p>
            <a:pPr marL="274320" lvl="1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python </a:t>
            </a:r>
            <a:r>
              <a:rPr lang="en-US" altLang="zh-CN" sz="1600" b="1" dirty="0">
                <a:solidFill>
                  <a:srgbClr val="C00000"/>
                </a:solidFill>
              </a:rPr>
              <a:t>-m pip install -i https://pypi.tuna.tsinghua.edu.cn/simple --upgrade pip</a:t>
            </a:r>
          </a:p>
          <a:p>
            <a:pPr marL="274320" lvl="1" indent="0">
              <a:buNone/>
            </a:pPr>
            <a:r>
              <a:rPr lang="en-US" altLang="zh-CN" sz="1600" dirty="0" smtClean="0"/>
              <a:t> </a:t>
            </a:r>
            <a:r>
              <a:rPr lang="zh-CN" altLang="en-US" sz="1600" dirty="0" smtClean="0"/>
              <a:t>之后，再次运行 </a:t>
            </a:r>
            <a:r>
              <a:rPr lang="en-US" altLang="zh-CN" sz="1600" dirty="0" smtClean="0"/>
              <a:t>pip </a:t>
            </a:r>
            <a:r>
              <a:rPr lang="en-US" altLang="zh-CN" sz="1600" dirty="0"/>
              <a:t>--version</a:t>
            </a:r>
            <a:r>
              <a:rPr lang="zh-CN" altLang="en-US" sz="1600" dirty="0" smtClean="0"/>
              <a:t> 检验是否安装成功。</a:t>
            </a:r>
            <a:endParaRPr lang="en-US" altLang="zh-CN" sz="1600" dirty="0" smtClean="0"/>
          </a:p>
          <a:p>
            <a:r>
              <a:rPr lang="en-US" altLang="zh-CN" sz="1800" dirty="0" smtClean="0"/>
              <a:t>3 </a:t>
            </a:r>
            <a:r>
              <a:rPr lang="zh-CN" altLang="en-US" sz="1800" dirty="0" smtClean="0"/>
              <a:t>检验</a:t>
            </a:r>
            <a:r>
              <a:rPr lang="en-US" altLang="zh-CN" sz="1800" dirty="0" smtClean="0"/>
              <a:t>Pillow</a:t>
            </a:r>
            <a:r>
              <a:rPr lang="zh-CN" altLang="en-US" sz="1800" dirty="0" smtClean="0"/>
              <a:t>是否安装成功</a:t>
            </a:r>
            <a:endParaRPr lang="en-US" altLang="zh-CN" sz="1800" dirty="0" smtClean="0"/>
          </a:p>
          <a:p>
            <a:pPr lvl="1"/>
            <a:r>
              <a:rPr lang="zh-CN" altLang="en-US" sz="1600" dirty="0" smtClean="0"/>
              <a:t>在</a:t>
            </a:r>
            <a:r>
              <a:rPr lang="zh-CN" altLang="en-US" sz="1600" dirty="0"/>
              <a:t>操作系统的“命令提示符”下，输入命令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 marL="274320" lvl="1" indent="0">
              <a:buNone/>
            </a:pPr>
            <a:r>
              <a:rPr lang="en-US" altLang="zh-CN" sz="1600" dirty="0" smtClean="0"/>
              <a:t>   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pip show pillow</a:t>
            </a:r>
          </a:p>
          <a:p>
            <a:pPr marL="274320" lvl="1" indent="0">
              <a:buNone/>
            </a:pPr>
            <a:r>
              <a:rPr lang="zh-CN" altLang="en-US" sz="1600" dirty="0" smtClean="0"/>
              <a:t>若该命令未能正常显示</a:t>
            </a:r>
            <a:r>
              <a:rPr lang="en-US" altLang="zh-CN" sz="1600" dirty="0" smtClean="0"/>
              <a:t>Pillow</a:t>
            </a:r>
            <a:r>
              <a:rPr lang="zh-CN" altLang="en-US" sz="1600" dirty="0" smtClean="0"/>
              <a:t>版本，则输入如下命令安装</a:t>
            </a:r>
            <a:r>
              <a:rPr lang="en-US" altLang="zh-CN" sz="1600" dirty="0" smtClean="0"/>
              <a:t>Pillow</a:t>
            </a:r>
          </a:p>
          <a:p>
            <a:pPr marL="274320" lvl="1" indent="0">
              <a:buNone/>
            </a:pPr>
            <a:r>
              <a:rPr lang="en-US" altLang="zh-CN" sz="1600" dirty="0" smtClean="0"/>
              <a:t>   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pip </a:t>
            </a:r>
            <a:r>
              <a:rPr lang="en-US" altLang="zh-CN" sz="1600" b="1" dirty="0">
                <a:solidFill>
                  <a:srgbClr val="C00000"/>
                </a:solidFill>
              </a:rPr>
              <a:t>install -i https://pypi.tuna.tsinghua.edu.cn/simple pillow==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10.4.0</a:t>
            </a:r>
          </a:p>
          <a:p>
            <a:pPr marL="274320" lvl="1" indent="0">
              <a:buNone/>
            </a:pPr>
            <a:r>
              <a:rPr lang="zh-CN" altLang="en-US" sz="1600" dirty="0"/>
              <a:t>之</a:t>
            </a:r>
            <a:r>
              <a:rPr lang="zh-CN" altLang="en-US" sz="1600" dirty="0" smtClean="0"/>
              <a:t>后，再次运行 </a:t>
            </a:r>
            <a:r>
              <a:rPr lang="en-US" altLang="zh-CN" sz="1600" dirty="0"/>
              <a:t>pip show </a:t>
            </a:r>
            <a:r>
              <a:rPr lang="en-US" altLang="zh-CN" sz="1600" dirty="0" smtClean="0"/>
              <a:t>pillow </a:t>
            </a:r>
            <a:r>
              <a:rPr lang="zh-CN" altLang="en-US" sz="1600" dirty="0" smtClean="0"/>
              <a:t>检验是否安装成功。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6674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苹果电脑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安装</a:t>
            </a:r>
            <a:r>
              <a:rPr lang="en-US" altLang="zh-CN" dirty="0" smtClean="0"/>
              <a:t>piP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33"/>
          <a:stretch/>
        </p:blipFill>
        <p:spPr>
          <a:xfrm>
            <a:off x="858923" y="191515"/>
            <a:ext cx="5358997" cy="6595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7050024" y="2770632"/>
            <a:ext cx="5043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与</a:t>
            </a:r>
            <a:r>
              <a:rPr lang="en-US" altLang="zh-CN" sz="2400" dirty="0" smtClean="0"/>
              <a:t>Windows</a:t>
            </a:r>
            <a:r>
              <a:rPr lang="zh-CN" altLang="en-US" sz="2400" dirty="0" smtClean="0"/>
              <a:t>系统安装</a:t>
            </a:r>
            <a:r>
              <a:rPr lang="en-US" altLang="zh-CN" sz="2400" dirty="0" smtClean="0"/>
              <a:t>pip</a:t>
            </a:r>
            <a:r>
              <a:rPr lang="zh-CN" altLang="en-US" sz="2400" dirty="0" smtClean="0"/>
              <a:t>有所不同，</a:t>
            </a:r>
            <a:endParaRPr lang="en-US" altLang="zh-CN" sz="2400" dirty="0" smtClean="0"/>
          </a:p>
          <a:p>
            <a:r>
              <a:rPr lang="zh-CN" altLang="en-US" sz="2400" dirty="0" smtClean="0"/>
              <a:t>可以百度。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6780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高级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图案的基本构成依然是字符，有颜色的字符；</a:t>
            </a:r>
            <a:endParaRPr lang="en-US" altLang="zh-CN" sz="2400" dirty="0" smtClean="0"/>
          </a:p>
          <a:p>
            <a:r>
              <a:rPr lang="zh-CN" altLang="en-US" sz="2400" dirty="0" smtClean="0"/>
              <a:t>因为涉及到色彩，所以保存为图片。</a:t>
            </a:r>
            <a:endParaRPr lang="en-US" altLang="zh-CN" sz="24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837" y="467874"/>
            <a:ext cx="4461385" cy="570908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591" y="3119188"/>
            <a:ext cx="2240766" cy="2874397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710199" y="4001294"/>
            <a:ext cx="1415333" cy="964296"/>
          </a:xfrm>
          <a:prstGeom prst="rightArrow">
            <a:avLst>
              <a:gd name="adj1" fmla="val 72263"/>
              <a:gd name="adj2" fmla="val 314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41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高级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pillow</a:t>
            </a:r>
            <a:r>
              <a:rPr lang="zh-CN" altLang="en-US" dirty="0" smtClean="0"/>
              <a:t>模块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见“中级”</a:t>
            </a:r>
            <a:endParaRPr lang="en-US" altLang="zh-CN" dirty="0" smtClean="0"/>
          </a:p>
          <a:p>
            <a:r>
              <a:rPr lang="zh-CN" altLang="en-US" dirty="0" smtClean="0"/>
              <a:t>支持多种图片格式</a:t>
            </a:r>
            <a:endParaRPr lang="en-US" altLang="zh-CN" dirty="0" smtClean="0"/>
          </a:p>
          <a:p>
            <a:r>
              <a:rPr lang="zh-CN" altLang="en-US" dirty="0" smtClean="0"/>
              <a:t>手动调整缩放比例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2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END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17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木头类型</Template>
  <TotalTime>315</TotalTime>
  <Words>1337</Words>
  <Application>Microsoft Office PowerPoint</Application>
  <PresentationFormat>宽屏</PresentationFormat>
  <Paragraphs>172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方正姚体</vt:lpstr>
      <vt:lpstr>Rockwell</vt:lpstr>
      <vt:lpstr>Rockwell Condensed</vt:lpstr>
      <vt:lpstr>Wingdings</vt:lpstr>
      <vt:lpstr>木活字</vt:lpstr>
      <vt:lpstr>Python作字符画</vt:lpstr>
      <vt:lpstr>三个层次</vt:lpstr>
      <vt:lpstr>初级</vt:lpstr>
      <vt:lpstr>中级</vt:lpstr>
      <vt:lpstr>中级</vt:lpstr>
      <vt:lpstr>安装可能出现的问题及解决方法</vt:lpstr>
      <vt:lpstr>苹果电脑 安装piP</vt:lpstr>
      <vt:lpstr>高级</vt:lpstr>
      <vt:lpstr>高级</vt:lpstr>
      <vt:lpstr>END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肖川</dc:creator>
  <cp:lastModifiedBy>river</cp:lastModifiedBy>
  <cp:revision>44</cp:revision>
  <dcterms:created xsi:type="dcterms:W3CDTF">2024-01-29T05:14:43Z</dcterms:created>
  <dcterms:modified xsi:type="dcterms:W3CDTF">2024-09-04T00:32:43Z</dcterms:modified>
</cp:coreProperties>
</file>